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63" r:id="rId5"/>
    <p:sldId id="264" r:id="rId6"/>
    <p:sldId id="258" r:id="rId7"/>
    <p:sldId id="261" r:id="rId8"/>
    <p:sldId id="259" r:id="rId9"/>
    <p:sldId id="260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4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B3811C-A36D-43FF-84E9-EA2592521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286DAB6-CFD5-43D9-8F94-5AA15F035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2FDAB5-F258-4611-8AC7-03D633AAC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423C-ADEE-4C1C-8062-4A17A5039020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47FAF0-04DB-4B1E-99C3-716614DAE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8BDC4F-D6E6-4E41-979D-C3791B3CA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BA51-1855-47D8-8222-E9723C4D0E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6101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4355A6-8373-48E4-994F-B9B5D7D76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B399C6-19A1-44EF-A09A-DF12413A5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1C1496-E31E-46AB-9D38-46646DBCE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423C-ADEE-4C1C-8062-4A17A5039020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BEA83A-C175-433A-BD15-D1A4D8DE6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2521E6-51FE-4B50-9A38-0AF8DBDC1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BA51-1855-47D8-8222-E9723C4D0E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8434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45CC51-8C7F-4961-928E-158CDE178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CED857-502B-45FE-9A72-3174E261A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F126D7-7A48-4639-BFE0-B98EAF6D4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423C-ADEE-4C1C-8062-4A17A5039020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0F4ED8-6E51-4CC0-B5A8-00801DCE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7590A9-6284-4F5E-BD72-9D20CAC99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BA51-1855-47D8-8222-E9723C4D0E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6013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77388F-BE52-4E1E-8A98-0AF70A2B0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FDE292-188A-4334-9B02-77D9663E9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C82C463-DD12-4835-AAD6-EFB548C88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5B43A77-BB15-45A3-83CF-6D0D5BC07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423C-ADEE-4C1C-8062-4A17A5039020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528466-F0BE-4E34-92AB-F3184F699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FF1FCC-36AC-435C-AA6A-3A1273C2F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BA51-1855-47D8-8222-E9723C4D0E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047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4948C6-C965-46AD-92FC-A3B2500B7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8499C8-7C2A-4079-AFD3-0566E3063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8722AF3-84FD-42B8-8416-6892D7DAB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C249643-0AFC-4377-A2B3-CF15E8DF9B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B5CDAF8-A80E-4A35-B585-E93D2871FE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55D5D26-E7B2-4C25-8BE0-7ECBDFDF3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423C-ADEE-4C1C-8062-4A17A5039020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7A4BD77-102A-4E84-8EAA-2D837CFBF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4E5C7DC-6611-4DD5-B9CA-B79B0E12D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BA51-1855-47D8-8222-E9723C4D0E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218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374F66-CA86-4014-B194-65C3FD776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8286529-9007-4098-A34C-243A08545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423C-ADEE-4C1C-8062-4A17A5039020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132E7B7-B922-4DF6-AD50-CE7668E9D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43F3E6C-C713-40D1-A08B-28A8B7BBE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BA51-1855-47D8-8222-E9723C4D0E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8468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9C196AF-8712-458A-A0E6-BE34278C9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423C-ADEE-4C1C-8062-4A17A5039020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3152735-7D44-4A15-BB61-2A5CB7454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BED36DE-623F-4DA1-86DE-81D55452C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BA51-1855-47D8-8222-E9723C4D0E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8934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BC050E-9B82-4083-89E3-AF471372E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84FD55-1646-45B3-A5FC-D525CF9DD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3C1D70-37A4-4857-9047-E971A705D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904C4B4-2AC3-432C-8688-1B629E2EA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423C-ADEE-4C1C-8062-4A17A5039020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4AF55BA-9010-4CA7-9577-DC1762E4A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707148C-40D2-4713-AD9A-34403E3DE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BA51-1855-47D8-8222-E9723C4D0E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4706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6F9C1F-0F23-46A7-AA9C-38CEC2C41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7F070A8-9697-4CEF-A1CC-987B82C1B5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B3C881C-DAF1-4AAA-832A-6386F9974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8D8BAA5-B4F6-4ABE-8994-E62467115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423C-ADEE-4C1C-8062-4A17A5039020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0AF0BA-6EAA-4F76-BE42-50E50F36B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E4B10F-15AC-4441-BC68-DC6B89EF4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BA51-1855-47D8-8222-E9723C4D0E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3470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91023A-92EB-44A2-88B7-450C2C487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D9BF0FD-4DE6-4441-B1C3-DD2AD2C52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8913C7-3746-48FB-85E5-EB2A2B8DF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423C-ADEE-4C1C-8062-4A17A5039020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BF3565-F402-4F23-9EF6-AB8013076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99B7F4-4DD0-4A7F-987A-6F72A51FB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BA51-1855-47D8-8222-E9723C4D0E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2199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23D371A-48A9-4538-85E3-ECBD984CA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F24C182-42E1-45B9-AC40-E9890E8CF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DD48AD-86F0-4E59-979F-57ECB0D4B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423C-ADEE-4C1C-8062-4A17A5039020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D08C99-02F7-4254-8224-C6BE9017D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266892-8E8A-4A8D-B7F2-9E75E8321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BA51-1855-47D8-8222-E9723C4D0E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7836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F451F87-A975-4771-9228-C63A27BF0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530DC6-88E0-4DB6-BE82-E71267F5F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483E49-2267-4742-A60E-26F75A9FCB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8423C-ADEE-4C1C-8062-4A17A5039020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843E8D-A2B9-4542-B4C8-5C54D0069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24B8AD-5096-4061-B0D3-83AEE18E4A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FBA51-1855-47D8-8222-E9723C4D0E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9052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5840AFD-2004-4BB1-8334-CA979AC52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470" y="2837775"/>
            <a:ext cx="3248928" cy="199667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F2B01052-C759-408E-ACD6-FAD246085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644" y="4961811"/>
            <a:ext cx="3501876" cy="168452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7CE6E77-79DF-4E25-A177-B3FF9778A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101" y="123201"/>
            <a:ext cx="4565565" cy="371291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8266C99E-D7FD-4606-83C7-E8109D3376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7470" y="474133"/>
            <a:ext cx="3370050" cy="207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495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2717742-3342-4508-BEAC-6498CDF42547}"/>
              </a:ext>
            </a:extLst>
          </p:cNvPr>
          <p:cNvSpPr txBox="1"/>
          <p:nvPr/>
        </p:nvSpPr>
        <p:spPr>
          <a:xfrm>
            <a:off x="1115879" y="1449365"/>
            <a:ext cx="4695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レポート設定　のショートカットから呼出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C5600AA-A5CB-4F55-846F-C93929C94C19}"/>
              </a:ext>
            </a:extLst>
          </p:cNvPr>
          <p:cNvSpPr txBox="1"/>
          <p:nvPr/>
        </p:nvSpPr>
        <p:spPr>
          <a:xfrm>
            <a:off x="6599697" y="2967335"/>
            <a:ext cx="26837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編集</a:t>
            </a:r>
            <a:endParaRPr kumimoji="1" lang="en-US" altLang="ja-JP" dirty="0"/>
          </a:p>
          <a:p>
            <a:r>
              <a:rPr lang="ja-JP" altLang="en-US" dirty="0"/>
              <a:t>削除</a:t>
            </a:r>
            <a:endParaRPr lang="en-US" altLang="ja-JP" dirty="0"/>
          </a:p>
          <a:p>
            <a:r>
              <a:rPr kumimoji="1" lang="ja-JP" altLang="en-US" dirty="0"/>
              <a:t>のドロップダウン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E20ACF4-33F0-44CD-9F71-0BBF4C83E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61030"/>
            <a:ext cx="5611008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209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A1BC3B9-96B0-48C3-BF77-D5AC17B61EA6}"/>
              </a:ext>
            </a:extLst>
          </p:cNvPr>
          <p:cNvSpPr txBox="1"/>
          <p:nvPr/>
        </p:nvSpPr>
        <p:spPr>
          <a:xfrm>
            <a:off x="476142" y="151179"/>
            <a:ext cx="10293458" cy="12095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" dirty="0"/>
              <a:t>{</a:t>
            </a:r>
          </a:p>
          <a:p>
            <a:r>
              <a:rPr lang="en-US" altLang="ja-JP" sz="600" dirty="0"/>
              <a:t>	"type": "modal",</a:t>
            </a:r>
          </a:p>
          <a:p>
            <a:r>
              <a:rPr lang="en-US" altLang="ja-JP" sz="600" dirty="0"/>
              <a:t>	"</a:t>
            </a:r>
            <a:r>
              <a:rPr lang="en-US" altLang="ja-JP" sz="600" dirty="0" err="1"/>
              <a:t>callback_id</a:t>
            </a:r>
            <a:r>
              <a:rPr lang="en-US" altLang="ja-JP" sz="600" dirty="0"/>
              <a:t>": "</a:t>
            </a:r>
            <a:r>
              <a:rPr lang="en-US" altLang="ja-JP" sz="600" dirty="0" err="1"/>
              <a:t>admin_settings_modal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"title": {</a:t>
            </a:r>
          </a:p>
          <a:p>
            <a:r>
              <a:rPr lang="en-US" altLang="ja-JP" sz="600" dirty="0"/>
              <a:t>		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"text": "</a:t>
            </a:r>
            <a:r>
              <a:rPr lang="ja-JP" altLang="en-US" sz="600" dirty="0"/>
              <a:t>レポート設定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"emoji": true</a:t>
            </a:r>
          </a:p>
          <a:p>
            <a:r>
              <a:rPr lang="en-US" altLang="ja-JP" sz="600" dirty="0"/>
              <a:t>	},</a:t>
            </a:r>
          </a:p>
          <a:p>
            <a:r>
              <a:rPr lang="en-US" altLang="ja-JP" sz="600" dirty="0"/>
              <a:t>	"submit": {</a:t>
            </a:r>
          </a:p>
          <a:p>
            <a:r>
              <a:rPr lang="en-US" altLang="ja-JP" sz="600" dirty="0"/>
              <a:t>		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"text": "</a:t>
            </a:r>
            <a:r>
              <a:rPr lang="ja-JP" altLang="en-US" sz="600" dirty="0"/>
              <a:t>保存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"emoji": true</a:t>
            </a:r>
          </a:p>
          <a:p>
            <a:r>
              <a:rPr lang="en-US" altLang="ja-JP" sz="600" dirty="0"/>
              <a:t>	},</a:t>
            </a:r>
          </a:p>
          <a:p>
            <a:r>
              <a:rPr lang="en-US" altLang="ja-JP" sz="600" dirty="0"/>
              <a:t>	"close": {</a:t>
            </a:r>
          </a:p>
          <a:p>
            <a:r>
              <a:rPr lang="en-US" altLang="ja-JP" sz="600" dirty="0"/>
              <a:t>		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"text": "</a:t>
            </a:r>
            <a:r>
              <a:rPr lang="ja-JP" altLang="en-US" sz="600" dirty="0"/>
              <a:t>キャンセル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"emoji": true</a:t>
            </a:r>
          </a:p>
          <a:p>
            <a:r>
              <a:rPr lang="en-US" altLang="ja-JP" sz="600" dirty="0"/>
              <a:t>	},</a:t>
            </a:r>
          </a:p>
          <a:p>
            <a:r>
              <a:rPr lang="en-US" altLang="ja-JP" sz="600" dirty="0"/>
              <a:t>	"blocks": [</a:t>
            </a:r>
          </a:p>
          <a:p>
            <a:r>
              <a:rPr lang="en-US" altLang="ja-JP" sz="600" dirty="0"/>
              <a:t>		{</a:t>
            </a:r>
          </a:p>
          <a:p>
            <a:r>
              <a:rPr lang="en-US" altLang="ja-JP" sz="600" dirty="0"/>
              <a:t>			"type": "input",</a:t>
            </a:r>
          </a:p>
          <a:p>
            <a:r>
              <a:rPr lang="en-US" altLang="ja-JP" sz="600" dirty="0"/>
              <a:t>			"</a:t>
            </a:r>
            <a:r>
              <a:rPr lang="en-US" altLang="ja-JP" sz="600" dirty="0" err="1"/>
              <a:t>block_id</a:t>
            </a:r>
            <a:r>
              <a:rPr lang="en-US" altLang="ja-JP" sz="600" dirty="0"/>
              <a:t>": "</a:t>
            </a:r>
            <a:r>
              <a:rPr lang="en-US" altLang="ja-JP" sz="600" dirty="0" err="1"/>
              <a:t>admin_block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"element": {</a:t>
            </a:r>
          </a:p>
          <a:p>
            <a:r>
              <a:rPr lang="en-US" altLang="ja-JP" sz="600" dirty="0"/>
              <a:t>				"type": "</a:t>
            </a:r>
            <a:r>
              <a:rPr lang="en-US" altLang="ja-JP" sz="600" dirty="0" err="1"/>
              <a:t>multi_users_select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"</a:t>
            </a:r>
            <a:r>
              <a:rPr lang="en-US" altLang="ja-JP" sz="600" dirty="0" err="1"/>
              <a:t>action_id</a:t>
            </a:r>
            <a:r>
              <a:rPr lang="en-US" altLang="ja-JP" sz="600" dirty="0"/>
              <a:t>": "</a:t>
            </a:r>
            <a:r>
              <a:rPr lang="en-US" altLang="ja-JP" sz="600" dirty="0" err="1"/>
              <a:t>admin_select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"placeholder": {</a:t>
            </a:r>
          </a:p>
          <a:p>
            <a:r>
              <a:rPr lang="en-US" altLang="ja-JP" sz="600" dirty="0"/>
              <a:t>					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	"text": "</a:t>
            </a:r>
            <a:r>
              <a:rPr lang="ja-JP" altLang="en-US" sz="600" dirty="0"/>
              <a:t>ユーザを選択</a:t>
            </a:r>
            <a:r>
              <a:rPr lang="en-US" altLang="ja-JP" sz="600" dirty="0"/>
              <a:t>"</a:t>
            </a:r>
          </a:p>
          <a:p>
            <a:r>
              <a:rPr lang="en-US" altLang="ja-JP" sz="600" dirty="0"/>
              <a:t>				}</a:t>
            </a:r>
          </a:p>
          <a:p>
            <a:r>
              <a:rPr lang="en-US" altLang="ja-JP" sz="600" dirty="0"/>
              <a:t>			},</a:t>
            </a:r>
          </a:p>
          <a:p>
            <a:r>
              <a:rPr lang="en-US" altLang="ja-JP" sz="600" dirty="0"/>
              <a:t>			"label": {</a:t>
            </a:r>
          </a:p>
          <a:p>
            <a:r>
              <a:rPr lang="en-US" altLang="ja-JP" sz="600" dirty="0"/>
              <a:t>				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"text": "</a:t>
            </a:r>
            <a:r>
              <a:rPr lang="ja-JP" altLang="en-US" sz="600" dirty="0"/>
              <a:t>レポート通知先</a:t>
            </a:r>
            <a:r>
              <a:rPr lang="en-US" altLang="ja-JP" sz="600" dirty="0"/>
              <a:t>"</a:t>
            </a:r>
          </a:p>
          <a:p>
            <a:r>
              <a:rPr lang="en-US" altLang="ja-JP" sz="600" dirty="0"/>
              <a:t>			}</a:t>
            </a:r>
          </a:p>
          <a:p>
            <a:r>
              <a:rPr lang="en-US" altLang="ja-JP" sz="600" dirty="0"/>
              <a:t>		},</a:t>
            </a:r>
          </a:p>
          <a:p>
            <a:r>
              <a:rPr lang="en-US" altLang="ja-JP" sz="600" dirty="0"/>
              <a:t>		{</a:t>
            </a:r>
          </a:p>
          <a:p>
            <a:r>
              <a:rPr lang="en-US" altLang="ja-JP" sz="600" dirty="0"/>
              <a:t>			"type": "context",</a:t>
            </a:r>
          </a:p>
          <a:p>
            <a:r>
              <a:rPr lang="en-US" altLang="ja-JP" sz="600" dirty="0"/>
              <a:t>			"elements": [</a:t>
            </a:r>
          </a:p>
          <a:p>
            <a:r>
              <a:rPr lang="en-US" altLang="ja-JP" sz="600" dirty="0"/>
              <a:t>				{</a:t>
            </a:r>
          </a:p>
          <a:p>
            <a:r>
              <a:rPr lang="en-US" altLang="ja-JP" sz="600" dirty="0"/>
              <a:t>					"type": "</a:t>
            </a:r>
            <a:r>
              <a:rPr lang="en-US" altLang="ja-JP" sz="600" dirty="0" err="1"/>
              <a:t>mrkdwn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	"text": "ⓘ</a:t>
            </a:r>
            <a:r>
              <a:rPr lang="ja-JP" altLang="en-US" sz="600" dirty="0"/>
              <a:t>ここに登録されたユーザには</a:t>
            </a:r>
            <a:r>
              <a:rPr lang="en-US" altLang="ja-JP" sz="600" dirty="0"/>
              <a:t>9:00</a:t>
            </a:r>
            <a:r>
              <a:rPr lang="ja-JP" altLang="en-US" sz="600" dirty="0"/>
              <a:t>に勤怠情報が通知されます。</a:t>
            </a:r>
            <a:r>
              <a:rPr lang="en-US" altLang="ja-JP" sz="600" dirty="0"/>
              <a:t>"</a:t>
            </a:r>
          </a:p>
          <a:p>
            <a:r>
              <a:rPr lang="en-US" altLang="ja-JP" sz="600" dirty="0"/>
              <a:t>				}</a:t>
            </a:r>
          </a:p>
          <a:p>
            <a:r>
              <a:rPr lang="en-US" altLang="ja-JP" sz="600" dirty="0"/>
              <a:t>			]</a:t>
            </a:r>
          </a:p>
          <a:p>
            <a:r>
              <a:rPr lang="en-US" altLang="ja-JP" sz="600" dirty="0"/>
              <a:t>		},</a:t>
            </a:r>
          </a:p>
          <a:p>
            <a:r>
              <a:rPr lang="en-US" altLang="ja-JP" sz="600" dirty="0"/>
              <a:t>		{</a:t>
            </a:r>
          </a:p>
          <a:p>
            <a:r>
              <a:rPr lang="en-US" altLang="ja-JP" sz="600" dirty="0"/>
              <a:t>			"type": "divider"</a:t>
            </a:r>
          </a:p>
          <a:p>
            <a:r>
              <a:rPr lang="en-US" altLang="ja-JP" sz="600" dirty="0"/>
              <a:t>		},</a:t>
            </a:r>
          </a:p>
          <a:p>
            <a:r>
              <a:rPr lang="en-US" altLang="ja-JP" sz="600" dirty="0"/>
              <a:t>		{</a:t>
            </a:r>
          </a:p>
          <a:p>
            <a:r>
              <a:rPr lang="en-US" altLang="ja-JP" sz="600" dirty="0"/>
              <a:t>			"type": "section",</a:t>
            </a:r>
          </a:p>
          <a:p>
            <a:r>
              <a:rPr lang="en-US" altLang="ja-JP" sz="600" dirty="0"/>
              <a:t>			"text": {</a:t>
            </a:r>
          </a:p>
          <a:p>
            <a:r>
              <a:rPr lang="en-US" altLang="ja-JP" sz="600" dirty="0"/>
              <a:t>				"type": "</a:t>
            </a:r>
            <a:r>
              <a:rPr lang="en-US" altLang="ja-JP" sz="600" dirty="0" err="1"/>
              <a:t>mrkdwn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"text": "*1</a:t>
            </a:r>
            <a:r>
              <a:rPr lang="ja-JP" altLang="en-US" sz="600" dirty="0"/>
              <a:t>課*</a:t>
            </a:r>
            <a:r>
              <a:rPr lang="en-US" altLang="ja-JP" sz="600" dirty="0"/>
              <a:t>\n&lt;@U12345&gt;, &lt;@U67890&gt;"</a:t>
            </a:r>
          </a:p>
          <a:p>
            <a:r>
              <a:rPr lang="en-US" altLang="ja-JP" sz="600" dirty="0"/>
              <a:t>			},</a:t>
            </a:r>
          </a:p>
          <a:p>
            <a:r>
              <a:rPr lang="en-US" altLang="ja-JP" sz="600" dirty="0"/>
              <a:t>			"accessory": {</a:t>
            </a:r>
          </a:p>
          <a:p>
            <a:r>
              <a:rPr lang="en-US" altLang="ja-JP" sz="600" dirty="0"/>
              <a:t>				"type": "overflow",</a:t>
            </a:r>
          </a:p>
          <a:p>
            <a:r>
              <a:rPr lang="en-US" altLang="ja-JP" sz="600" dirty="0"/>
              <a:t>				"</a:t>
            </a:r>
            <a:r>
              <a:rPr lang="en-US" altLang="ja-JP" sz="600" dirty="0" err="1"/>
              <a:t>action_id</a:t>
            </a:r>
            <a:r>
              <a:rPr lang="en-US" altLang="ja-JP" sz="600" dirty="0"/>
              <a:t>": "group_actions_1",</a:t>
            </a:r>
          </a:p>
          <a:p>
            <a:r>
              <a:rPr lang="en-US" altLang="ja-JP" sz="600" dirty="0"/>
              <a:t>				"options": [</a:t>
            </a:r>
          </a:p>
          <a:p>
            <a:r>
              <a:rPr lang="en-US" altLang="ja-JP" sz="600" dirty="0"/>
              <a:t>					{</a:t>
            </a:r>
          </a:p>
          <a:p>
            <a:r>
              <a:rPr lang="en-US" altLang="ja-JP" sz="600" dirty="0"/>
              <a:t>						"text": {</a:t>
            </a:r>
          </a:p>
          <a:p>
            <a:r>
              <a:rPr lang="en-US" altLang="ja-JP" sz="600" dirty="0"/>
              <a:t>							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			"text": "</a:t>
            </a:r>
            <a:r>
              <a:rPr lang="ja-JP" altLang="en-US" sz="600" dirty="0"/>
              <a:t>🔄 編集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			"emoji": true</a:t>
            </a:r>
          </a:p>
          <a:p>
            <a:r>
              <a:rPr lang="en-US" altLang="ja-JP" sz="600" dirty="0"/>
              <a:t>						},</a:t>
            </a:r>
          </a:p>
          <a:p>
            <a:r>
              <a:rPr lang="en-US" altLang="ja-JP" sz="600" dirty="0"/>
              <a:t>						"value": "edit_1"</a:t>
            </a:r>
          </a:p>
          <a:p>
            <a:r>
              <a:rPr lang="en-US" altLang="ja-JP" sz="600" dirty="0"/>
              <a:t>					},</a:t>
            </a:r>
          </a:p>
          <a:p>
            <a:r>
              <a:rPr lang="en-US" altLang="ja-JP" sz="600" dirty="0"/>
              <a:t>					{</a:t>
            </a:r>
          </a:p>
          <a:p>
            <a:r>
              <a:rPr lang="en-US" altLang="ja-JP" sz="600" dirty="0"/>
              <a:t>						"text": {</a:t>
            </a:r>
          </a:p>
          <a:p>
            <a:r>
              <a:rPr lang="en-US" altLang="ja-JP" sz="600" dirty="0"/>
              <a:t>							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			"text": "❌ </a:t>
            </a:r>
            <a:r>
              <a:rPr lang="ja-JP" altLang="en-US" sz="600" dirty="0"/>
              <a:t>削除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			"emoji": true</a:t>
            </a:r>
          </a:p>
          <a:p>
            <a:r>
              <a:rPr lang="en-US" altLang="ja-JP" sz="600" dirty="0"/>
              <a:t>						},</a:t>
            </a:r>
          </a:p>
          <a:p>
            <a:r>
              <a:rPr lang="en-US" altLang="ja-JP" sz="600" dirty="0"/>
              <a:t>						"value": "delete_1"</a:t>
            </a:r>
          </a:p>
          <a:p>
            <a:r>
              <a:rPr lang="en-US" altLang="ja-JP" sz="600" dirty="0"/>
              <a:t>					}</a:t>
            </a:r>
          </a:p>
          <a:p>
            <a:r>
              <a:rPr lang="en-US" altLang="ja-JP" sz="600" dirty="0"/>
              <a:t>				]</a:t>
            </a:r>
          </a:p>
          <a:p>
            <a:r>
              <a:rPr lang="en-US" altLang="ja-JP" sz="600" dirty="0"/>
              <a:t>			}</a:t>
            </a:r>
          </a:p>
          <a:p>
            <a:r>
              <a:rPr lang="en-US" altLang="ja-JP" sz="600" dirty="0"/>
              <a:t>		},</a:t>
            </a:r>
          </a:p>
          <a:p>
            <a:r>
              <a:rPr lang="en-US" altLang="ja-JP" sz="600" dirty="0"/>
              <a:t>		{</a:t>
            </a:r>
          </a:p>
          <a:p>
            <a:r>
              <a:rPr lang="en-US" altLang="ja-JP" sz="600" dirty="0"/>
              <a:t>			"type": "divider"</a:t>
            </a:r>
          </a:p>
          <a:p>
            <a:r>
              <a:rPr lang="en-US" altLang="ja-JP" sz="600" dirty="0"/>
              <a:t>		},</a:t>
            </a:r>
          </a:p>
          <a:p>
            <a:r>
              <a:rPr lang="en-US" altLang="ja-JP" sz="600" dirty="0"/>
              <a:t>		{</a:t>
            </a:r>
          </a:p>
          <a:p>
            <a:r>
              <a:rPr lang="en-US" altLang="ja-JP" sz="600" dirty="0"/>
              <a:t>			"type": "section",</a:t>
            </a:r>
          </a:p>
          <a:p>
            <a:r>
              <a:rPr lang="en-US" altLang="ja-JP" sz="600" dirty="0"/>
              <a:t>			"text": {</a:t>
            </a:r>
          </a:p>
          <a:p>
            <a:r>
              <a:rPr lang="en-US" altLang="ja-JP" sz="600" dirty="0"/>
              <a:t>				"type": "</a:t>
            </a:r>
            <a:r>
              <a:rPr lang="en-US" altLang="ja-JP" sz="600" dirty="0" err="1"/>
              <a:t>mrkdwn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"text": "*2</a:t>
            </a:r>
            <a:r>
              <a:rPr lang="ja-JP" altLang="en-US" sz="600" dirty="0"/>
              <a:t>課*</a:t>
            </a:r>
            <a:r>
              <a:rPr lang="en-US" altLang="ja-JP" sz="600" dirty="0"/>
              <a:t>\n&lt;@U99887&gt;, &lt;@U22334&gt;"</a:t>
            </a:r>
          </a:p>
          <a:p>
            <a:r>
              <a:rPr lang="en-US" altLang="ja-JP" sz="600" dirty="0"/>
              <a:t>			},</a:t>
            </a:r>
          </a:p>
          <a:p>
            <a:r>
              <a:rPr lang="en-US" altLang="ja-JP" sz="600" dirty="0"/>
              <a:t>			"accessory": {</a:t>
            </a:r>
          </a:p>
          <a:p>
            <a:r>
              <a:rPr lang="en-US" altLang="ja-JP" sz="600" dirty="0"/>
              <a:t>				"type": "overflow",</a:t>
            </a:r>
          </a:p>
          <a:p>
            <a:r>
              <a:rPr lang="en-US" altLang="ja-JP" sz="600" dirty="0"/>
              <a:t>				"</a:t>
            </a:r>
            <a:r>
              <a:rPr lang="en-US" altLang="ja-JP" sz="600" dirty="0" err="1"/>
              <a:t>action_id</a:t>
            </a:r>
            <a:r>
              <a:rPr lang="en-US" altLang="ja-JP" sz="600" dirty="0"/>
              <a:t>": "group_actions_2",</a:t>
            </a:r>
          </a:p>
          <a:p>
            <a:r>
              <a:rPr lang="en-US" altLang="ja-JP" sz="600" dirty="0"/>
              <a:t>				"options": [</a:t>
            </a:r>
          </a:p>
          <a:p>
            <a:r>
              <a:rPr lang="en-US" altLang="ja-JP" sz="600" dirty="0"/>
              <a:t>					{</a:t>
            </a:r>
          </a:p>
          <a:p>
            <a:r>
              <a:rPr lang="en-US" altLang="ja-JP" sz="600" dirty="0"/>
              <a:t>						"text": {</a:t>
            </a:r>
          </a:p>
          <a:p>
            <a:r>
              <a:rPr lang="en-US" altLang="ja-JP" sz="600" dirty="0"/>
              <a:t>							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			"text": "</a:t>
            </a:r>
            <a:r>
              <a:rPr lang="ja-JP" altLang="en-US" sz="600" dirty="0"/>
              <a:t>🔄 編集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			"emoji": true</a:t>
            </a:r>
          </a:p>
          <a:p>
            <a:r>
              <a:rPr lang="en-US" altLang="ja-JP" sz="600" dirty="0"/>
              <a:t>						},</a:t>
            </a:r>
          </a:p>
          <a:p>
            <a:r>
              <a:rPr lang="en-US" altLang="ja-JP" sz="600" dirty="0"/>
              <a:t>						"value": "edit_2"</a:t>
            </a:r>
          </a:p>
          <a:p>
            <a:r>
              <a:rPr lang="en-US" altLang="ja-JP" sz="600" dirty="0"/>
              <a:t>					},</a:t>
            </a:r>
          </a:p>
          <a:p>
            <a:r>
              <a:rPr lang="en-US" altLang="ja-JP" sz="600" dirty="0"/>
              <a:t>					{</a:t>
            </a:r>
          </a:p>
          <a:p>
            <a:r>
              <a:rPr lang="en-US" altLang="ja-JP" sz="600" dirty="0"/>
              <a:t>						"text": {</a:t>
            </a:r>
          </a:p>
          <a:p>
            <a:r>
              <a:rPr lang="en-US" altLang="ja-JP" sz="600" dirty="0"/>
              <a:t>							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			"text": "❌ </a:t>
            </a:r>
            <a:r>
              <a:rPr lang="ja-JP" altLang="en-US" sz="600" dirty="0"/>
              <a:t>削除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			"emoji": true</a:t>
            </a:r>
          </a:p>
          <a:p>
            <a:r>
              <a:rPr lang="en-US" altLang="ja-JP" sz="600" dirty="0"/>
              <a:t>						},</a:t>
            </a:r>
          </a:p>
          <a:p>
            <a:r>
              <a:rPr lang="en-US" altLang="ja-JP" sz="600" dirty="0"/>
              <a:t>						"value": "delete_2"</a:t>
            </a:r>
          </a:p>
          <a:p>
            <a:r>
              <a:rPr lang="en-US" altLang="ja-JP" sz="600" dirty="0"/>
              <a:t>					}</a:t>
            </a:r>
          </a:p>
          <a:p>
            <a:r>
              <a:rPr lang="en-US" altLang="ja-JP" sz="600" dirty="0"/>
              <a:t>				]</a:t>
            </a:r>
          </a:p>
          <a:p>
            <a:r>
              <a:rPr lang="en-US" altLang="ja-JP" sz="600" dirty="0"/>
              <a:t>			}</a:t>
            </a:r>
          </a:p>
          <a:p>
            <a:r>
              <a:rPr lang="en-US" altLang="ja-JP" sz="600" dirty="0"/>
              <a:t>		},</a:t>
            </a:r>
          </a:p>
          <a:p>
            <a:r>
              <a:rPr lang="en-US" altLang="ja-JP" sz="600" dirty="0"/>
              <a:t>		{</a:t>
            </a:r>
          </a:p>
          <a:p>
            <a:r>
              <a:rPr lang="en-US" altLang="ja-JP" sz="600" dirty="0"/>
              <a:t>			"type": "divider"</a:t>
            </a:r>
          </a:p>
          <a:p>
            <a:r>
              <a:rPr lang="en-US" altLang="ja-JP" sz="600" dirty="0"/>
              <a:t>		},</a:t>
            </a:r>
          </a:p>
          <a:p>
            <a:r>
              <a:rPr lang="en-US" altLang="ja-JP" sz="600" dirty="0"/>
              <a:t>		{</a:t>
            </a:r>
          </a:p>
          <a:p>
            <a:r>
              <a:rPr lang="en-US" altLang="ja-JP" sz="600" dirty="0"/>
              <a:t>			"type": "section",</a:t>
            </a:r>
          </a:p>
          <a:p>
            <a:r>
              <a:rPr lang="en-US" altLang="ja-JP" sz="600" dirty="0"/>
              <a:t>			"text": {</a:t>
            </a:r>
          </a:p>
          <a:p>
            <a:r>
              <a:rPr lang="en-US" altLang="ja-JP" sz="600" dirty="0"/>
              <a:t>				"type": "</a:t>
            </a:r>
            <a:r>
              <a:rPr lang="en-US" altLang="ja-JP" sz="600" dirty="0" err="1"/>
              <a:t>mrkdwn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"text": "*➕ </a:t>
            </a:r>
            <a:r>
              <a:rPr lang="ja-JP" altLang="en-US" sz="600" dirty="0"/>
              <a:t>新しいグループを追加*</a:t>
            </a:r>
            <a:r>
              <a:rPr lang="en-US" altLang="ja-JP" sz="600" dirty="0"/>
              <a:t>"</a:t>
            </a:r>
          </a:p>
          <a:p>
            <a:r>
              <a:rPr lang="en-US" altLang="ja-JP" sz="600" dirty="0"/>
              <a:t>			},</a:t>
            </a:r>
          </a:p>
          <a:p>
            <a:r>
              <a:rPr lang="en-US" altLang="ja-JP" sz="600" dirty="0"/>
              <a:t>			"accessory": {</a:t>
            </a:r>
          </a:p>
          <a:p>
            <a:r>
              <a:rPr lang="en-US" altLang="ja-JP" sz="600" dirty="0"/>
              <a:t>				"type": "button",</a:t>
            </a:r>
          </a:p>
          <a:p>
            <a:r>
              <a:rPr lang="en-US" altLang="ja-JP" sz="600" dirty="0"/>
              <a:t>				"text": {</a:t>
            </a:r>
          </a:p>
          <a:p>
            <a:r>
              <a:rPr lang="en-US" altLang="ja-JP" sz="600" dirty="0"/>
              <a:t>					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	"text": "</a:t>
            </a:r>
            <a:r>
              <a:rPr lang="ja-JP" altLang="en-US" sz="600" dirty="0"/>
              <a:t>追加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	"emoji": true</a:t>
            </a:r>
          </a:p>
          <a:p>
            <a:r>
              <a:rPr lang="en-US" altLang="ja-JP" sz="600" dirty="0"/>
              <a:t>				},</a:t>
            </a:r>
          </a:p>
          <a:p>
            <a:r>
              <a:rPr lang="en-US" altLang="ja-JP" sz="600" dirty="0"/>
              <a:t>				"style": "primary",</a:t>
            </a:r>
          </a:p>
          <a:p>
            <a:r>
              <a:rPr lang="en-US" altLang="ja-JP" sz="600" dirty="0"/>
              <a:t>				"</a:t>
            </a:r>
            <a:r>
              <a:rPr lang="en-US" altLang="ja-JP" sz="600" dirty="0" err="1"/>
              <a:t>action_id</a:t>
            </a:r>
            <a:r>
              <a:rPr lang="en-US" altLang="ja-JP" sz="600" dirty="0"/>
              <a:t>": "</a:t>
            </a:r>
            <a:r>
              <a:rPr lang="en-US" altLang="ja-JP" sz="600" dirty="0" err="1"/>
              <a:t>add_new_group</a:t>
            </a:r>
            <a:r>
              <a:rPr lang="en-US" altLang="ja-JP" sz="600" dirty="0"/>
              <a:t>"</a:t>
            </a:r>
          </a:p>
          <a:p>
            <a:r>
              <a:rPr lang="en-US" altLang="ja-JP" sz="600" dirty="0"/>
              <a:t>			}</a:t>
            </a:r>
          </a:p>
          <a:p>
            <a:r>
              <a:rPr lang="en-US" altLang="ja-JP" sz="600" dirty="0"/>
              <a:t>		}</a:t>
            </a:r>
          </a:p>
          <a:p>
            <a:r>
              <a:rPr lang="en-US" altLang="ja-JP" sz="600" dirty="0"/>
              <a:t>	]</a:t>
            </a:r>
          </a:p>
          <a:p>
            <a:r>
              <a:rPr lang="en-US" altLang="ja-JP" sz="600" dirty="0"/>
              <a:t>}</a:t>
            </a:r>
            <a:endParaRPr kumimoji="1" lang="ja-JP" altLang="en-US" sz="600" dirty="0"/>
          </a:p>
        </p:txBody>
      </p:sp>
    </p:spTree>
    <p:extLst>
      <p:ext uri="{BB962C8B-B14F-4D97-AF65-F5344CB8AC3E}">
        <p14:creationId xmlns:p14="http://schemas.microsoft.com/office/powerpoint/2010/main" val="506781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2717742-3342-4508-BEAC-6498CDF42547}"/>
              </a:ext>
            </a:extLst>
          </p:cNvPr>
          <p:cNvSpPr txBox="1"/>
          <p:nvPr/>
        </p:nvSpPr>
        <p:spPr>
          <a:xfrm>
            <a:off x="1115879" y="1449365"/>
            <a:ext cx="4695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レポート設定　のショートカットから呼出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C5600AA-A5CB-4F55-846F-C93929C94C19}"/>
              </a:ext>
            </a:extLst>
          </p:cNvPr>
          <p:cNvSpPr txBox="1"/>
          <p:nvPr/>
        </p:nvSpPr>
        <p:spPr>
          <a:xfrm>
            <a:off x="6502400" y="987700"/>
            <a:ext cx="26837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編集</a:t>
            </a:r>
            <a:endParaRPr kumimoji="1" lang="en-US" altLang="ja-JP" dirty="0"/>
          </a:p>
          <a:p>
            <a:r>
              <a:rPr kumimoji="1" lang="ja-JP" altLang="en-US" dirty="0"/>
              <a:t>のドロップダウン押して呼出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A53E354-32EB-4EF7-A172-DF116A876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213" y="1972732"/>
            <a:ext cx="4486197" cy="276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189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A1BC3B9-96B0-48C3-BF77-D5AC17B61EA6}"/>
              </a:ext>
            </a:extLst>
          </p:cNvPr>
          <p:cNvSpPr txBox="1"/>
          <p:nvPr/>
        </p:nvSpPr>
        <p:spPr>
          <a:xfrm>
            <a:off x="476142" y="151179"/>
            <a:ext cx="935365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" dirty="0"/>
              <a:t>{</a:t>
            </a:r>
          </a:p>
          <a:p>
            <a:r>
              <a:rPr lang="en-US" altLang="ja-JP" sz="600" dirty="0"/>
              <a:t>	"title": {</a:t>
            </a:r>
          </a:p>
          <a:p>
            <a:r>
              <a:rPr lang="en-US" altLang="ja-JP" sz="600" dirty="0"/>
              <a:t>		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"text": "</a:t>
            </a:r>
            <a:r>
              <a:rPr lang="ja-JP" altLang="en-US" sz="600" dirty="0"/>
              <a:t>グループの追加</a:t>
            </a:r>
            <a:r>
              <a:rPr lang="en-US" altLang="ja-JP" sz="600" dirty="0"/>
              <a:t>"</a:t>
            </a:r>
          </a:p>
          <a:p>
            <a:r>
              <a:rPr lang="en-US" altLang="ja-JP" sz="600" dirty="0"/>
              <a:t>	},</a:t>
            </a:r>
          </a:p>
          <a:p>
            <a:r>
              <a:rPr lang="en-US" altLang="ja-JP" sz="600" dirty="0"/>
              <a:t>	"submit": {</a:t>
            </a:r>
          </a:p>
          <a:p>
            <a:r>
              <a:rPr lang="en-US" altLang="ja-JP" sz="600" dirty="0"/>
              <a:t>		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"text": "</a:t>
            </a:r>
            <a:r>
              <a:rPr lang="ja-JP" altLang="en-US" sz="600" dirty="0"/>
              <a:t>保存</a:t>
            </a:r>
            <a:r>
              <a:rPr lang="en-US" altLang="ja-JP" sz="600" dirty="0"/>
              <a:t>"</a:t>
            </a:r>
          </a:p>
          <a:p>
            <a:r>
              <a:rPr lang="en-US" altLang="ja-JP" sz="600" dirty="0"/>
              <a:t>	},</a:t>
            </a:r>
          </a:p>
          <a:p>
            <a:r>
              <a:rPr lang="en-US" altLang="ja-JP" sz="600" dirty="0"/>
              <a:t>	"type": "modal",</a:t>
            </a:r>
          </a:p>
          <a:p>
            <a:r>
              <a:rPr lang="en-US" altLang="ja-JP" sz="600" dirty="0"/>
              <a:t>	"</a:t>
            </a:r>
            <a:r>
              <a:rPr lang="en-US" altLang="ja-JP" sz="600" dirty="0" err="1"/>
              <a:t>callback_id</a:t>
            </a:r>
            <a:r>
              <a:rPr lang="en-US" altLang="ja-JP" sz="600" dirty="0"/>
              <a:t>": "</a:t>
            </a:r>
            <a:r>
              <a:rPr lang="en-US" altLang="ja-JP" sz="600" dirty="0" err="1"/>
              <a:t>add_group_modal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"close": {</a:t>
            </a:r>
          </a:p>
          <a:p>
            <a:r>
              <a:rPr lang="en-US" altLang="ja-JP" sz="600" dirty="0"/>
              <a:t>		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"text": "</a:t>
            </a:r>
            <a:r>
              <a:rPr lang="ja-JP" altLang="en-US" sz="600" dirty="0"/>
              <a:t>戻る</a:t>
            </a:r>
            <a:r>
              <a:rPr lang="en-US" altLang="ja-JP" sz="600" dirty="0"/>
              <a:t>"</a:t>
            </a:r>
          </a:p>
          <a:p>
            <a:r>
              <a:rPr lang="en-US" altLang="ja-JP" sz="600" dirty="0"/>
              <a:t>	},</a:t>
            </a:r>
          </a:p>
          <a:p>
            <a:r>
              <a:rPr lang="en-US" altLang="ja-JP" sz="600" dirty="0"/>
              <a:t>	"blocks": [</a:t>
            </a:r>
          </a:p>
          <a:p>
            <a:r>
              <a:rPr lang="en-US" altLang="ja-JP" sz="600" dirty="0"/>
              <a:t>		{</a:t>
            </a:r>
          </a:p>
          <a:p>
            <a:r>
              <a:rPr lang="en-US" altLang="ja-JP" sz="600" dirty="0"/>
              <a:t>			"type": "input",</a:t>
            </a:r>
          </a:p>
          <a:p>
            <a:r>
              <a:rPr lang="en-US" altLang="ja-JP" sz="600" dirty="0"/>
              <a:t>			"</a:t>
            </a:r>
            <a:r>
              <a:rPr lang="en-US" altLang="ja-JP" sz="600" dirty="0" err="1"/>
              <a:t>block_id</a:t>
            </a:r>
            <a:r>
              <a:rPr lang="en-US" altLang="ja-JP" sz="600" dirty="0"/>
              <a:t>": "</a:t>
            </a:r>
            <a:r>
              <a:rPr lang="en-US" altLang="ja-JP" sz="600" dirty="0" err="1"/>
              <a:t>name_block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"element": {</a:t>
            </a:r>
          </a:p>
          <a:p>
            <a:r>
              <a:rPr lang="en-US" altLang="ja-JP" sz="600" dirty="0"/>
              <a:t>				"type": "</a:t>
            </a:r>
            <a:r>
              <a:rPr lang="en-US" altLang="ja-JP" sz="600" dirty="0" err="1"/>
              <a:t>plain_text_input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"</a:t>
            </a:r>
            <a:r>
              <a:rPr lang="en-US" altLang="ja-JP" sz="600" dirty="0" err="1"/>
              <a:t>action_id</a:t>
            </a:r>
            <a:r>
              <a:rPr lang="en-US" altLang="ja-JP" sz="600" dirty="0"/>
              <a:t>": "</a:t>
            </a:r>
            <a:r>
              <a:rPr lang="en-US" altLang="ja-JP" sz="600" dirty="0" err="1"/>
              <a:t>name_input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"placeholder": {</a:t>
            </a:r>
          </a:p>
          <a:p>
            <a:r>
              <a:rPr lang="en-US" altLang="ja-JP" sz="600" dirty="0"/>
              <a:t>					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	"text": "</a:t>
            </a:r>
            <a:r>
              <a:rPr lang="ja-JP" altLang="en-US" sz="600" dirty="0"/>
              <a:t>グループ名称を入力</a:t>
            </a:r>
            <a:r>
              <a:rPr lang="en-US" altLang="ja-JP" sz="600" dirty="0"/>
              <a:t>"</a:t>
            </a:r>
          </a:p>
          <a:p>
            <a:r>
              <a:rPr lang="en-US" altLang="ja-JP" sz="600" dirty="0"/>
              <a:t>				}</a:t>
            </a:r>
          </a:p>
          <a:p>
            <a:r>
              <a:rPr lang="en-US" altLang="ja-JP" sz="600" dirty="0"/>
              <a:t>			},</a:t>
            </a:r>
          </a:p>
          <a:p>
            <a:r>
              <a:rPr lang="en-US" altLang="ja-JP" sz="600" dirty="0"/>
              <a:t>			"label": {</a:t>
            </a:r>
          </a:p>
          <a:p>
            <a:r>
              <a:rPr lang="en-US" altLang="ja-JP" sz="600" dirty="0"/>
              <a:t>				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"text": "</a:t>
            </a:r>
            <a:r>
              <a:rPr lang="ja-JP" altLang="en-US" sz="600" dirty="0"/>
              <a:t>グループ名称</a:t>
            </a:r>
            <a:r>
              <a:rPr lang="en-US" altLang="ja-JP" sz="600" dirty="0"/>
              <a:t>"</a:t>
            </a:r>
          </a:p>
          <a:p>
            <a:r>
              <a:rPr lang="en-US" altLang="ja-JP" sz="600" dirty="0"/>
              <a:t>			}</a:t>
            </a:r>
          </a:p>
          <a:p>
            <a:r>
              <a:rPr lang="en-US" altLang="ja-JP" sz="600" dirty="0"/>
              <a:t>		},</a:t>
            </a:r>
          </a:p>
          <a:p>
            <a:r>
              <a:rPr lang="en-US" altLang="ja-JP" sz="600" dirty="0"/>
              <a:t>		{</a:t>
            </a:r>
          </a:p>
          <a:p>
            <a:r>
              <a:rPr lang="en-US" altLang="ja-JP" sz="600" dirty="0"/>
              <a:t>			"type": "input",</a:t>
            </a:r>
          </a:p>
          <a:p>
            <a:r>
              <a:rPr lang="en-US" altLang="ja-JP" sz="600" dirty="0"/>
              <a:t>			"</a:t>
            </a:r>
            <a:r>
              <a:rPr lang="en-US" altLang="ja-JP" sz="600" dirty="0" err="1"/>
              <a:t>block_id</a:t>
            </a:r>
            <a:r>
              <a:rPr lang="en-US" altLang="ja-JP" sz="600" dirty="0"/>
              <a:t>": "</a:t>
            </a:r>
            <a:r>
              <a:rPr lang="en-US" altLang="ja-JP" sz="600" dirty="0" err="1"/>
              <a:t>members_block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"element": {</a:t>
            </a:r>
          </a:p>
          <a:p>
            <a:r>
              <a:rPr lang="en-US" altLang="ja-JP" sz="600" dirty="0"/>
              <a:t>				"type": "</a:t>
            </a:r>
            <a:r>
              <a:rPr lang="en-US" altLang="ja-JP" sz="600" dirty="0" err="1"/>
              <a:t>multi_users_select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"</a:t>
            </a:r>
            <a:r>
              <a:rPr lang="en-US" altLang="ja-JP" sz="600" dirty="0" err="1"/>
              <a:t>action_id</a:t>
            </a:r>
            <a:r>
              <a:rPr lang="en-US" altLang="ja-JP" sz="600" dirty="0"/>
              <a:t>": "</a:t>
            </a:r>
            <a:r>
              <a:rPr lang="en-US" altLang="ja-JP" sz="600" dirty="0" err="1"/>
              <a:t>members_select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"placeholder": {</a:t>
            </a:r>
          </a:p>
          <a:p>
            <a:r>
              <a:rPr lang="en-US" altLang="ja-JP" sz="600" dirty="0"/>
              <a:t>					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	"text": "</a:t>
            </a:r>
            <a:r>
              <a:rPr lang="ja-JP" altLang="en-US" sz="600" dirty="0"/>
              <a:t>メンバーを選択</a:t>
            </a:r>
            <a:r>
              <a:rPr lang="en-US" altLang="ja-JP" sz="600" dirty="0"/>
              <a:t>"</a:t>
            </a:r>
          </a:p>
          <a:p>
            <a:r>
              <a:rPr lang="en-US" altLang="ja-JP" sz="600" dirty="0"/>
              <a:t>				}</a:t>
            </a:r>
          </a:p>
          <a:p>
            <a:r>
              <a:rPr lang="en-US" altLang="ja-JP" sz="600" dirty="0"/>
              <a:t>			},</a:t>
            </a:r>
          </a:p>
          <a:p>
            <a:r>
              <a:rPr lang="en-US" altLang="ja-JP" sz="600" dirty="0"/>
              <a:t>			"label": {</a:t>
            </a:r>
          </a:p>
          <a:p>
            <a:r>
              <a:rPr lang="en-US" altLang="ja-JP" sz="600" dirty="0"/>
              <a:t>				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"text": "</a:t>
            </a:r>
            <a:r>
              <a:rPr lang="ja-JP" altLang="en-US" sz="600" dirty="0"/>
              <a:t>所属メンバー</a:t>
            </a:r>
            <a:r>
              <a:rPr lang="en-US" altLang="ja-JP" sz="600" dirty="0"/>
              <a:t>"</a:t>
            </a:r>
          </a:p>
          <a:p>
            <a:r>
              <a:rPr lang="en-US" altLang="ja-JP" sz="600" dirty="0"/>
              <a:t>			}</a:t>
            </a:r>
          </a:p>
          <a:p>
            <a:r>
              <a:rPr lang="en-US" altLang="ja-JP" sz="600" dirty="0"/>
              <a:t>		}</a:t>
            </a:r>
          </a:p>
          <a:p>
            <a:r>
              <a:rPr lang="en-US" altLang="ja-JP" sz="600" dirty="0"/>
              <a:t>	]</a:t>
            </a:r>
          </a:p>
          <a:p>
            <a:r>
              <a:rPr lang="en-US" altLang="ja-JP" sz="600" dirty="0"/>
              <a:t>}</a:t>
            </a:r>
            <a:endParaRPr kumimoji="1" lang="ja-JP" altLang="en-US" sz="600" dirty="0"/>
          </a:p>
        </p:txBody>
      </p:sp>
    </p:spTree>
    <p:extLst>
      <p:ext uri="{BB962C8B-B14F-4D97-AF65-F5344CB8AC3E}">
        <p14:creationId xmlns:p14="http://schemas.microsoft.com/office/powerpoint/2010/main" val="3279336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2717742-3342-4508-BEAC-6498CDF42547}"/>
              </a:ext>
            </a:extLst>
          </p:cNvPr>
          <p:cNvSpPr txBox="1"/>
          <p:nvPr/>
        </p:nvSpPr>
        <p:spPr>
          <a:xfrm>
            <a:off x="1115879" y="1449365"/>
            <a:ext cx="4695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レポート設定　のショートカットから呼出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C5600AA-A5CB-4F55-846F-C93929C94C19}"/>
              </a:ext>
            </a:extLst>
          </p:cNvPr>
          <p:cNvSpPr txBox="1"/>
          <p:nvPr/>
        </p:nvSpPr>
        <p:spPr>
          <a:xfrm>
            <a:off x="6502400" y="987700"/>
            <a:ext cx="26837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編集</a:t>
            </a:r>
            <a:endParaRPr kumimoji="1" lang="en-US" altLang="ja-JP" dirty="0"/>
          </a:p>
          <a:p>
            <a:r>
              <a:rPr kumimoji="1" lang="ja-JP" altLang="en-US" dirty="0"/>
              <a:t>のドロップダウン押して呼出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CD277767-3BB8-4660-A100-9387BA362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05" y="2051879"/>
            <a:ext cx="5363323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87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A1BC3B9-96B0-48C3-BF77-D5AC17B61EA6}"/>
              </a:ext>
            </a:extLst>
          </p:cNvPr>
          <p:cNvSpPr txBox="1"/>
          <p:nvPr/>
        </p:nvSpPr>
        <p:spPr>
          <a:xfrm>
            <a:off x="476142" y="151179"/>
            <a:ext cx="9353658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" dirty="0"/>
              <a:t>{</a:t>
            </a:r>
          </a:p>
          <a:p>
            <a:r>
              <a:rPr lang="en-US" altLang="ja-JP" sz="600" dirty="0"/>
              <a:t>  "type": "modal",</a:t>
            </a:r>
          </a:p>
          <a:p>
            <a:r>
              <a:rPr lang="en-US" altLang="ja-JP" sz="600" dirty="0"/>
              <a:t>  "</a:t>
            </a:r>
            <a:r>
              <a:rPr lang="en-US" altLang="ja-JP" sz="600" dirty="0" err="1"/>
              <a:t>callback_id</a:t>
            </a:r>
            <a:r>
              <a:rPr lang="en-US" altLang="ja-JP" sz="600" dirty="0"/>
              <a:t>": "</a:t>
            </a:r>
            <a:r>
              <a:rPr lang="en-US" altLang="ja-JP" sz="600" dirty="0" err="1"/>
              <a:t>edit_group_modal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  "title": {</a:t>
            </a:r>
          </a:p>
          <a:p>
            <a:r>
              <a:rPr lang="en-US" altLang="ja-JP" sz="600" dirty="0"/>
              <a:t>    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    "text": "</a:t>
            </a:r>
            <a:r>
              <a:rPr lang="ja-JP" altLang="en-US" sz="600" dirty="0"/>
              <a:t>グループの編集</a:t>
            </a:r>
            <a:r>
              <a:rPr lang="en-US" altLang="ja-JP" sz="600" dirty="0"/>
              <a:t>"</a:t>
            </a:r>
          </a:p>
          <a:p>
            <a:r>
              <a:rPr lang="en-US" altLang="ja-JP" sz="600" dirty="0"/>
              <a:t>  },</a:t>
            </a:r>
          </a:p>
          <a:p>
            <a:r>
              <a:rPr lang="en-US" altLang="ja-JP" sz="600" dirty="0"/>
              <a:t>  "submit": {</a:t>
            </a:r>
          </a:p>
          <a:p>
            <a:r>
              <a:rPr lang="en-US" altLang="ja-JP" sz="600" dirty="0"/>
              <a:t>    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    "text": "</a:t>
            </a:r>
            <a:r>
              <a:rPr lang="ja-JP" altLang="en-US" sz="600" dirty="0"/>
              <a:t>更新</a:t>
            </a:r>
            <a:r>
              <a:rPr lang="en-US" altLang="ja-JP" sz="600" dirty="0"/>
              <a:t>"</a:t>
            </a:r>
          </a:p>
          <a:p>
            <a:r>
              <a:rPr lang="en-US" altLang="ja-JP" sz="600" dirty="0"/>
              <a:t>  },</a:t>
            </a:r>
          </a:p>
          <a:p>
            <a:r>
              <a:rPr lang="en-US" altLang="ja-JP" sz="600" dirty="0"/>
              <a:t>  "close": {</a:t>
            </a:r>
          </a:p>
          <a:p>
            <a:r>
              <a:rPr lang="en-US" altLang="ja-JP" sz="600" dirty="0"/>
              <a:t>    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    "text": "</a:t>
            </a:r>
            <a:r>
              <a:rPr lang="ja-JP" altLang="en-US" sz="600" dirty="0"/>
              <a:t>戻る</a:t>
            </a:r>
            <a:r>
              <a:rPr lang="en-US" altLang="ja-JP" sz="600" dirty="0"/>
              <a:t>"</a:t>
            </a:r>
          </a:p>
          <a:p>
            <a:r>
              <a:rPr lang="en-US" altLang="ja-JP" sz="600" dirty="0"/>
              <a:t>  },</a:t>
            </a:r>
          </a:p>
          <a:p>
            <a:r>
              <a:rPr lang="en-US" altLang="ja-JP" sz="600" dirty="0"/>
              <a:t>  "blocks": [</a:t>
            </a:r>
          </a:p>
          <a:p>
            <a:r>
              <a:rPr lang="en-US" altLang="ja-JP" sz="600" dirty="0"/>
              <a:t>    {</a:t>
            </a:r>
          </a:p>
          <a:p>
            <a:r>
              <a:rPr lang="en-US" altLang="ja-JP" sz="600" dirty="0"/>
              <a:t>      "type": "input",</a:t>
            </a:r>
          </a:p>
          <a:p>
            <a:r>
              <a:rPr lang="en-US" altLang="ja-JP" sz="600" dirty="0"/>
              <a:t>      "</a:t>
            </a:r>
            <a:r>
              <a:rPr lang="en-US" altLang="ja-JP" sz="600" dirty="0" err="1"/>
              <a:t>block_id</a:t>
            </a:r>
            <a:r>
              <a:rPr lang="en-US" altLang="ja-JP" sz="600" dirty="0"/>
              <a:t>": "</a:t>
            </a:r>
            <a:r>
              <a:rPr lang="en-US" altLang="ja-JP" sz="600" dirty="0" err="1"/>
              <a:t>name_block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      "element": {</a:t>
            </a:r>
          </a:p>
          <a:p>
            <a:r>
              <a:rPr lang="en-US" altLang="ja-JP" sz="600" dirty="0"/>
              <a:t>        "type": "</a:t>
            </a:r>
            <a:r>
              <a:rPr lang="en-US" altLang="ja-JP" sz="600" dirty="0" err="1"/>
              <a:t>plain_text_input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        "</a:t>
            </a:r>
            <a:r>
              <a:rPr lang="en-US" altLang="ja-JP" sz="600" dirty="0" err="1"/>
              <a:t>action_id</a:t>
            </a:r>
            <a:r>
              <a:rPr lang="en-US" altLang="ja-JP" sz="600" dirty="0"/>
              <a:t>": "</a:t>
            </a:r>
            <a:r>
              <a:rPr lang="en-US" altLang="ja-JP" sz="600" dirty="0" err="1"/>
              <a:t>name_input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        "</a:t>
            </a:r>
            <a:r>
              <a:rPr lang="en-US" altLang="ja-JP" sz="600" dirty="0" err="1"/>
              <a:t>initial_value</a:t>
            </a:r>
            <a:r>
              <a:rPr lang="en-US" altLang="ja-JP" sz="600" dirty="0"/>
              <a:t>": "1</a:t>
            </a:r>
            <a:r>
              <a:rPr lang="ja-JP" altLang="en-US" sz="600" dirty="0"/>
              <a:t>課</a:t>
            </a:r>
            <a:r>
              <a:rPr lang="en-US" altLang="ja-JP" sz="600" dirty="0"/>
              <a:t>"</a:t>
            </a:r>
          </a:p>
          <a:p>
            <a:r>
              <a:rPr lang="en-US" altLang="ja-JP" sz="600" dirty="0"/>
              <a:t>      },</a:t>
            </a:r>
          </a:p>
          <a:p>
            <a:r>
              <a:rPr lang="en-US" altLang="ja-JP" sz="600" dirty="0"/>
              <a:t>      "label": {</a:t>
            </a:r>
          </a:p>
          <a:p>
            <a:r>
              <a:rPr lang="en-US" altLang="ja-JP" sz="600" dirty="0"/>
              <a:t>        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        "text": "</a:t>
            </a:r>
            <a:r>
              <a:rPr lang="ja-JP" altLang="en-US" sz="600" dirty="0"/>
              <a:t>グループ名称</a:t>
            </a:r>
            <a:r>
              <a:rPr lang="en-US" altLang="ja-JP" sz="600" dirty="0"/>
              <a:t>"</a:t>
            </a:r>
          </a:p>
          <a:p>
            <a:r>
              <a:rPr lang="en-US" altLang="ja-JP" sz="600" dirty="0"/>
              <a:t>      }</a:t>
            </a:r>
          </a:p>
          <a:p>
            <a:r>
              <a:rPr lang="en-US" altLang="ja-JP" sz="600" dirty="0"/>
              <a:t>    },</a:t>
            </a:r>
          </a:p>
          <a:p>
            <a:r>
              <a:rPr lang="en-US" altLang="ja-JP" sz="600" dirty="0"/>
              <a:t>    {</a:t>
            </a:r>
          </a:p>
          <a:p>
            <a:r>
              <a:rPr lang="en-US" altLang="ja-JP" sz="600" dirty="0"/>
              <a:t>      "type": "input",</a:t>
            </a:r>
          </a:p>
          <a:p>
            <a:r>
              <a:rPr lang="en-US" altLang="ja-JP" sz="600" dirty="0"/>
              <a:t>      "</a:t>
            </a:r>
            <a:r>
              <a:rPr lang="en-US" altLang="ja-JP" sz="600" dirty="0" err="1"/>
              <a:t>block_id</a:t>
            </a:r>
            <a:r>
              <a:rPr lang="en-US" altLang="ja-JP" sz="600" dirty="0"/>
              <a:t>": "</a:t>
            </a:r>
            <a:r>
              <a:rPr lang="en-US" altLang="ja-JP" sz="600" dirty="0" err="1"/>
              <a:t>members_block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      "element": {</a:t>
            </a:r>
          </a:p>
          <a:p>
            <a:r>
              <a:rPr lang="en-US" altLang="ja-JP" sz="600" dirty="0"/>
              <a:t>        "type": "</a:t>
            </a:r>
            <a:r>
              <a:rPr lang="en-US" altLang="ja-JP" sz="600" dirty="0" err="1"/>
              <a:t>multi_users_select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        "</a:t>
            </a:r>
            <a:r>
              <a:rPr lang="en-US" altLang="ja-JP" sz="600" dirty="0" err="1"/>
              <a:t>action_id</a:t>
            </a:r>
            <a:r>
              <a:rPr lang="en-US" altLang="ja-JP" sz="600" dirty="0"/>
              <a:t>": "</a:t>
            </a:r>
            <a:r>
              <a:rPr lang="en-US" altLang="ja-JP" sz="600" dirty="0" err="1"/>
              <a:t>members_select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        "</a:t>
            </a:r>
            <a:r>
              <a:rPr lang="en-US" altLang="ja-JP" sz="600" dirty="0" err="1"/>
              <a:t>initial_users</a:t>
            </a:r>
            <a:r>
              <a:rPr lang="en-US" altLang="ja-JP" sz="600" dirty="0"/>
              <a:t>": [</a:t>
            </a:r>
          </a:p>
          <a:p>
            <a:r>
              <a:rPr lang="en-US" altLang="ja-JP" sz="600" dirty="0"/>
              <a:t>          "U12345678",</a:t>
            </a:r>
          </a:p>
          <a:p>
            <a:r>
              <a:rPr lang="en-US" altLang="ja-JP" sz="600" dirty="0"/>
              <a:t>          "U87654321"</a:t>
            </a:r>
          </a:p>
          <a:p>
            <a:r>
              <a:rPr lang="en-US" altLang="ja-JP" sz="600" dirty="0"/>
              <a:t>        ]</a:t>
            </a:r>
          </a:p>
          <a:p>
            <a:r>
              <a:rPr lang="en-US" altLang="ja-JP" sz="600" dirty="0"/>
              <a:t>      },</a:t>
            </a:r>
          </a:p>
          <a:p>
            <a:r>
              <a:rPr lang="en-US" altLang="ja-JP" sz="600" dirty="0"/>
              <a:t>      "label": {</a:t>
            </a:r>
          </a:p>
          <a:p>
            <a:r>
              <a:rPr lang="en-US" altLang="ja-JP" sz="600" dirty="0"/>
              <a:t>        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        "text": "</a:t>
            </a:r>
            <a:r>
              <a:rPr lang="ja-JP" altLang="en-US" sz="600" dirty="0"/>
              <a:t>所属メンバー</a:t>
            </a:r>
            <a:r>
              <a:rPr lang="en-US" altLang="ja-JP" sz="600" dirty="0"/>
              <a:t>"</a:t>
            </a:r>
          </a:p>
          <a:p>
            <a:r>
              <a:rPr lang="en-US" altLang="ja-JP" sz="600" dirty="0"/>
              <a:t>      }</a:t>
            </a:r>
          </a:p>
          <a:p>
            <a:r>
              <a:rPr lang="en-US" altLang="ja-JP" sz="600" dirty="0"/>
              <a:t>    }</a:t>
            </a:r>
          </a:p>
          <a:p>
            <a:r>
              <a:rPr lang="en-US" altLang="ja-JP" sz="600" dirty="0"/>
              <a:t>  ]</a:t>
            </a:r>
          </a:p>
          <a:p>
            <a:r>
              <a:rPr lang="en-US" altLang="ja-JP" sz="600" dirty="0"/>
              <a:t>}</a:t>
            </a:r>
            <a:endParaRPr kumimoji="1" lang="ja-JP" altLang="en-US" sz="600" dirty="0"/>
          </a:p>
        </p:txBody>
      </p:sp>
    </p:spTree>
    <p:extLst>
      <p:ext uri="{BB962C8B-B14F-4D97-AF65-F5344CB8AC3E}">
        <p14:creationId xmlns:p14="http://schemas.microsoft.com/office/powerpoint/2010/main" val="2354679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2717742-3342-4508-BEAC-6498CDF42547}"/>
              </a:ext>
            </a:extLst>
          </p:cNvPr>
          <p:cNvSpPr txBox="1"/>
          <p:nvPr/>
        </p:nvSpPr>
        <p:spPr>
          <a:xfrm>
            <a:off x="1115879" y="1449365"/>
            <a:ext cx="4695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レポート設定　のショートカットから呼出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C5600AA-A5CB-4F55-846F-C93929C94C19}"/>
              </a:ext>
            </a:extLst>
          </p:cNvPr>
          <p:cNvSpPr txBox="1"/>
          <p:nvPr/>
        </p:nvSpPr>
        <p:spPr>
          <a:xfrm>
            <a:off x="6502400" y="987700"/>
            <a:ext cx="26837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削除</a:t>
            </a:r>
            <a:endParaRPr kumimoji="1" lang="en-US" altLang="ja-JP" dirty="0"/>
          </a:p>
          <a:p>
            <a:r>
              <a:rPr kumimoji="1" lang="ja-JP" altLang="en-US" dirty="0"/>
              <a:t>のドロップダウン押して呼出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E22FE2C-D10C-4BE5-9E66-C07430AE8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64" y="2100077"/>
            <a:ext cx="5525271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763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A1BC3B9-96B0-48C3-BF77-D5AC17B61EA6}"/>
              </a:ext>
            </a:extLst>
          </p:cNvPr>
          <p:cNvSpPr txBox="1"/>
          <p:nvPr/>
        </p:nvSpPr>
        <p:spPr>
          <a:xfrm>
            <a:off x="476142" y="151179"/>
            <a:ext cx="935365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" dirty="0"/>
              <a:t>{</a:t>
            </a:r>
          </a:p>
          <a:p>
            <a:r>
              <a:rPr lang="en-US" altLang="ja-JP" sz="600" dirty="0"/>
              <a:t>	"type": "modal",</a:t>
            </a:r>
          </a:p>
          <a:p>
            <a:r>
              <a:rPr lang="en-US" altLang="ja-JP" sz="600" dirty="0"/>
              <a:t>	"</a:t>
            </a:r>
            <a:r>
              <a:rPr lang="en-US" altLang="ja-JP" sz="600" dirty="0" err="1"/>
              <a:t>callback_id</a:t>
            </a:r>
            <a:r>
              <a:rPr lang="en-US" altLang="ja-JP" sz="600" dirty="0"/>
              <a:t>": "</a:t>
            </a:r>
            <a:r>
              <a:rPr lang="en-US" altLang="ja-JP" sz="600" dirty="0" err="1"/>
              <a:t>delete_confirm_modal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"title": {</a:t>
            </a:r>
          </a:p>
          <a:p>
            <a:r>
              <a:rPr lang="en-US" altLang="ja-JP" sz="600" dirty="0"/>
              <a:t>		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"text": "</a:t>
            </a:r>
            <a:r>
              <a:rPr lang="ja-JP" altLang="en-US" sz="600" dirty="0"/>
              <a:t>削除の確認</a:t>
            </a:r>
            <a:r>
              <a:rPr lang="en-US" altLang="ja-JP" sz="600" dirty="0"/>
              <a:t>"</a:t>
            </a:r>
          </a:p>
          <a:p>
            <a:r>
              <a:rPr lang="en-US" altLang="ja-JP" sz="600" dirty="0"/>
              <a:t>	},</a:t>
            </a:r>
          </a:p>
          <a:p>
            <a:r>
              <a:rPr lang="en-US" altLang="ja-JP" sz="600" dirty="0"/>
              <a:t>	"submit": {</a:t>
            </a:r>
          </a:p>
          <a:p>
            <a:r>
              <a:rPr lang="en-US" altLang="ja-JP" sz="600" dirty="0"/>
              <a:t>		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"text": "</a:t>
            </a:r>
            <a:r>
              <a:rPr lang="ja-JP" altLang="en-US" sz="600" dirty="0"/>
              <a:t>削除する</a:t>
            </a:r>
            <a:r>
              <a:rPr lang="en-US" altLang="ja-JP" sz="600" dirty="0"/>
              <a:t>"</a:t>
            </a:r>
          </a:p>
          <a:p>
            <a:r>
              <a:rPr lang="en-US" altLang="ja-JP" sz="600" dirty="0"/>
              <a:t>	},</a:t>
            </a:r>
          </a:p>
          <a:p>
            <a:r>
              <a:rPr lang="en-US" altLang="ja-JP" sz="600" dirty="0"/>
              <a:t>	"close": {</a:t>
            </a:r>
          </a:p>
          <a:p>
            <a:r>
              <a:rPr lang="en-US" altLang="ja-JP" sz="600" dirty="0"/>
              <a:t>		"type": "</a:t>
            </a:r>
            <a:r>
              <a:rPr lang="en-US" altLang="ja-JP" sz="600" dirty="0" err="1"/>
              <a:t>plain_text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"text": "</a:t>
            </a:r>
            <a:r>
              <a:rPr lang="ja-JP" altLang="en-US" sz="600" dirty="0"/>
              <a:t>キャンセル</a:t>
            </a:r>
            <a:r>
              <a:rPr lang="en-US" altLang="ja-JP" sz="600" dirty="0"/>
              <a:t>"</a:t>
            </a:r>
          </a:p>
          <a:p>
            <a:r>
              <a:rPr lang="en-US" altLang="ja-JP" sz="600" dirty="0"/>
              <a:t>	},</a:t>
            </a:r>
          </a:p>
          <a:p>
            <a:r>
              <a:rPr lang="en-US" altLang="ja-JP" sz="600" dirty="0"/>
              <a:t>	"blocks": [</a:t>
            </a:r>
          </a:p>
          <a:p>
            <a:r>
              <a:rPr lang="en-US" altLang="ja-JP" sz="600" dirty="0"/>
              <a:t>		{</a:t>
            </a:r>
          </a:p>
          <a:p>
            <a:r>
              <a:rPr lang="en-US" altLang="ja-JP" sz="600" dirty="0"/>
              <a:t>			"type": "section",</a:t>
            </a:r>
          </a:p>
          <a:p>
            <a:r>
              <a:rPr lang="en-US" altLang="ja-JP" sz="600" dirty="0"/>
              <a:t>			"text": {</a:t>
            </a:r>
          </a:p>
          <a:p>
            <a:r>
              <a:rPr lang="en-US" altLang="ja-JP" sz="600" dirty="0"/>
              <a:t>				"type": "</a:t>
            </a:r>
            <a:r>
              <a:rPr lang="en-US" altLang="ja-JP" sz="600" dirty="0" err="1"/>
              <a:t>mrkdwn</a:t>
            </a:r>
            <a:r>
              <a:rPr lang="en-US" altLang="ja-JP" sz="600" dirty="0"/>
              <a:t>",</a:t>
            </a:r>
          </a:p>
          <a:p>
            <a:r>
              <a:rPr lang="en-US" altLang="ja-JP" sz="600" dirty="0"/>
              <a:t>				"text": ":warning: *</a:t>
            </a:r>
            <a:r>
              <a:rPr lang="ja-JP" altLang="en-US" sz="600" dirty="0"/>
              <a:t>「</a:t>
            </a:r>
            <a:r>
              <a:rPr lang="en-US" altLang="ja-JP" sz="600" dirty="0"/>
              <a:t>1</a:t>
            </a:r>
            <a:r>
              <a:rPr lang="ja-JP" altLang="en-US" sz="600" dirty="0"/>
              <a:t>課」の設定を完全に削除しますか？*</a:t>
            </a:r>
            <a:r>
              <a:rPr lang="en-US" altLang="ja-JP" sz="600" dirty="0"/>
              <a:t>\n</a:t>
            </a:r>
            <a:r>
              <a:rPr lang="ja-JP" altLang="en-US" sz="600" dirty="0"/>
              <a:t>このグループに関連付けられたメンバー情報やレポート設定がすべて消去されます。</a:t>
            </a:r>
            <a:r>
              <a:rPr lang="en-US" altLang="ja-JP" sz="600" dirty="0"/>
              <a:t>"</a:t>
            </a:r>
          </a:p>
          <a:p>
            <a:r>
              <a:rPr lang="en-US" altLang="ja-JP" sz="600" dirty="0"/>
              <a:t>			}</a:t>
            </a:r>
          </a:p>
          <a:p>
            <a:r>
              <a:rPr lang="en-US" altLang="ja-JP" sz="600" dirty="0"/>
              <a:t>		}</a:t>
            </a:r>
          </a:p>
          <a:p>
            <a:r>
              <a:rPr lang="en-US" altLang="ja-JP" sz="600" dirty="0"/>
              <a:t>	]</a:t>
            </a:r>
          </a:p>
          <a:p>
            <a:r>
              <a:rPr lang="en-US" altLang="ja-JP" sz="600" dirty="0"/>
              <a:t>}</a:t>
            </a:r>
            <a:endParaRPr kumimoji="1" lang="ja-JP" altLang="en-US" sz="600" dirty="0"/>
          </a:p>
        </p:txBody>
      </p:sp>
    </p:spTree>
    <p:extLst>
      <p:ext uri="{BB962C8B-B14F-4D97-AF65-F5344CB8AC3E}">
        <p14:creationId xmlns:p14="http://schemas.microsoft.com/office/powerpoint/2010/main" val="1401455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1963</Words>
  <Application>Microsoft Office PowerPoint</Application>
  <PresentationFormat>ワイド画面</PresentationFormat>
  <Paragraphs>265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清水 彩加</dc:creator>
  <cp:lastModifiedBy>清水 彩加</cp:lastModifiedBy>
  <cp:revision>4</cp:revision>
  <dcterms:created xsi:type="dcterms:W3CDTF">2026-01-22T07:32:55Z</dcterms:created>
  <dcterms:modified xsi:type="dcterms:W3CDTF">2026-01-22T07:55:13Z</dcterms:modified>
</cp:coreProperties>
</file>