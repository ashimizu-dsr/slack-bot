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57" r:id="rId4"/>
  </p:sldIdLst>
  <p:sldSz cx="22572663" cy="12960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DD"/>
    <a:srgbClr val="FFFFCC"/>
    <a:srgbClr val="E5FADA"/>
    <a:srgbClr val="FAFEF8"/>
    <a:srgbClr val="F9D7E2"/>
    <a:srgbClr val="FDF3ED"/>
    <a:srgbClr val="27477B"/>
    <a:srgbClr val="DCE5F4"/>
    <a:srgbClr val="C5D3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91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21583" y="2121058"/>
            <a:ext cx="16929497" cy="4512122"/>
          </a:xfrm>
        </p:spPr>
        <p:txBody>
          <a:bodyPr anchor="b"/>
          <a:lstStyle>
            <a:lvl1pPr algn="ctr">
              <a:defRPr sz="1110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21583" y="6807185"/>
            <a:ext cx="16929497" cy="3129084"/>
          </a:xfrm>
        </p:spPr>
        <p:txBody>
          <a:bodyPr/>
          <a:lstStyle>
            <a:lvl1pPr marL="0" indent="0" algn="ctr">
              <a:buNone/>
              <a:defRPr sz="4443"/>
            </a:lvl1pPr>
            <a:lvl2pPr marL="846460" indent="0" algn="ctr">
              <a:buNone/>
              <a:defRPr sz="3703"/>
            </a:lvl2pPr>
            <a:lvl3pPr marL="1692920" indent="0" algn="ctr">
              <a:buNone/>
              <a:defRPr sz="3333"/>
            </a:lvl3pPr>
            <a:lvl4pPr marL="2539380" indent="0" algn="ctr">
              <a:buNone/>
              <a:defRPr sz="2962"/>
            </a:lvl4pPr>
            <a:lvl5pPr marL="3385840" indent="0" algn="ctr">
              <a:buNone/>
              <a:defRPr sz="2962"/>
            </a:lvl5pPr>
            <a:lvl6pPr marL="4232300" indent="0" algn="ctr">
              <a:buNone/>
              <a:defRPr sz="2962"/>
            </a:lvl6pPr>
            <a:lvl7pPr marL="5078760" indent="0" algn="ctr">
              <a:buNone/>
              <a:defRPr sz="2962"/>
            </a:lvl7pPr>
            <a:lvl8pPr marL="5925221" indent="0" algn="ctr">
              <a:buNone/>
              <a:defRPr sz="2962"/>
            </a:lvl8pPr>
            <a:lvl9pPr marL="6771681" indent="0" algn="ctr">
              <a:buNone/>
              <a:defRPr sz="2962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177F8-900A-4ED9-853C-8F363F6F0FD7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3CB1-2AB4-4EDF-9EEC-D2B4D9FC00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3082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177F8-900A-4ED9-853C-8F363F6F0FD7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3CB1-2AB4-4EDF-9EEC-D2B4D9FC00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2636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0114" y="3231089"/>
            <a:ext cx="19468922" cy="5391145"/>
          </a:xfrm>
        </p:spPr>
        <p:txBody>
          <a:bodyPr anchor="b"/>
          <a:lstStyle>
            <a:lvl1pPr>
              <a:defRPr sz="1110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40114" y="8673236"/>
            <a:ext cx="19468922" cy="2835076"/>
          </a:xfrm>
        </p:spPr>
        <p:txBody>
          <a:bodyPr/>
          <a:lstStyle>
            <a:lvl1pPr marL="0" indent="0">
              <a:buNone/>
              <a:defRPr sz="4443">
                <a:solidFill>
                  <a:schemeClr val="tx1">
                    <a:tint val="75000"/>
                  </a:schemeClr>
                </a:solidFill>
              </a:defRPr>
            </a:lvl1pPr>
            <a:lvl2pPr marL="846460" indent="0">
              <a:buNone/>
              <a:defRPr sz="3703">
                <a:solidFill>
                  <a:schemeClr val="tx1">
                    <a:tint val="75000"/>
                  </a:schemeClr>
                </a:solidFill>
              </a:defRPr>
            </a:lvl2pPr>
            <a:lvl3pPr marL="1692920" indent="0">
              <a:buNone/>
              <a:defRPr sz="3333">
                <a:solidFill>
                  <a:schemeClr val="tx1">
                    <a:tint val="75000"/>
                  </a:schemeClr>
                </a:solidFill>
              </a:defRPr>
            </a:lvl3pPr>
            <a:lvl4pPr marL="2539380" indent="0">
              <a:buNone/>
              <a:defRPr sz="2962">
                <a:solidFill>
                  <a:schemeClr val="tx1">
                    <a:tint val="75000"/>
                  </a:schemeClr>
                </a:solidFill>
              </a:defRPr>
            </a:lvl4pPr>
            <a:lvl5pPr marL="3385840" indent="0">
              <a:buNone/>
              <a:defRPr sz="2962">
                <a:solidFill>
                  <a:schemeClr val="tx1">
                    <a:tint val="75000"/>
                  </a:schemeClr>
                </a:solidFill>
              </a:defRPr>
            </a:lvl5pPr>
            <a:lvl6pPr marL="4232300" indent="0">
              <a:buNone/>
              <a:defRPr sz="2962">
                <a:solidFill>
                  <a:schemeClr val="tx1">
                    <a:tint val="75000"/>
                  </a:schemeClr>
                </a:solidFill>
              </a:defRPr>
            </a:lvl6pPr>
            <a:lvl7pPr marL="5078760" indent="0">
              <a:buNone/>
              <a:defRPr sz="2962">
                <a:solidFill>
                  <a:schemeClr val="tx1">
                    <a:tint val="75000"/>
                  </a:schemeClr>
                </a:solidFill>
              </a:defRPr>
            </a:lvl7pPr>
            <a:lvl8pPr marL="5925221" indent="0">
              <a:buNone/>
              <a:defRPr sz="2962">
                <a:solidFill>
                  <a:schemeClr val="tx1">
                    <a:tint val="75000"/>
                  </a:schemeClr>
                </a:solidFill>
              </a:defRPr>
            </a:lvl8pPr>
            <a:lvl9pPr marL="6771681" indent="0">
              <a:buNone/>
              <a:defRPr sz="29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177F8-900A-4ED9-853C-8F363F6F0FD7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3CB1-2AB4-4EDF-9EEC-D2B4D9FC00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4559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51870" y="3450093"/>
            <a:ext cx="9593382" cy="822322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27411" y="3450093"/>
            <a:ext cx="9593382" cy="822322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177F8-900A-4ED9-853C-8F363F6F0FD7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3CB1-2AB4-4EDF-9EEC-D2B4D9FC00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6307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811" y="690019"/>
            <a:ext cx="19468922" cy="250506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811" y="3177087"/>
            <a:ext cx="9549294" cy="1557041"/>
          </a:xfrm>
        </p:spPr>
        <p:txBody>
          <a:bodyPr anchor="b"/>
          <a:lstStyle>
            <a:lvl1pPr marL="0" indent="0">
              <a:buNone/>
              <a:defRPr sz="4443" b="1"/>
            </a:lvl1pPr>
            <a:lvl2pPr marL="846460" indent="0">
              <a:buNone/>
              <a:defRPr sz="3703" b="1"/>
            </a:lvl2pPr>
            <a:lvl3pPr marL="1692920" indent="0">
              <a:buNone/>
              <a:defRPr sz="3333" b="1"/>
            </a:lvl3pPr>
            <a:lvl4pPr marL="2539380" indent="0">
              <a:buNone/>
              <a:defRPr sz="2962" b="1"/>
            </a:lvl4pPr>
            <a:lvl5pPr marL="3385840" indent="0">
              <a:buNone/>
              <a:defRPr sz="2962" b="1"/>
            </a:lvl5pPr>
            <a:lvl6pPr marL="4232300" indent="0">
              <a:buNone/>
              <a:defRPr sz="2962" b="1"/>
            </a:lvl6pPr>
            <a:lvl7pPr marL="5078760" indent="0">
              <a:buNone/>
              <a:defRPr sz="2962" b="1"/>
            </a:lvl7pPr>
            <a:lvl8pPr marL="5925221" indent="0">
              <a:buNone/>
              <a:defRPr sz="2962" b="1"/>
            </a:lvl8pPr>
            <a:lvl9pPr marL="6771681" indent="0">
              <a:buNone/>
              <a:defRPr sz="296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54811" y="4734128"/>
            <a:ext cx="9549294" cy="696318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427411" y="3177087"/>
            <a:ext cx="9596322" cy="1557041"/>
          </a:xfrm>
        </p:spPr>
        <p:txBody>
          <a:bodyPr anchor="b"/>
          <a:lstStyle>
            <a:lvl1pPr marL="0" indent="0">
              <a:buNone/>
              <a:defRPr sz="4443" b="1"/>
            </a:lvl1pPr>
            <a:lvl2pPr marL="846460" indent="0">
              <a:buNone/>
              <a:defRPr sz="3703" b="1"/>
            </a:lvl2pPr>
            <a:lvl3pPr marL="1692920" indent="0">
              <a:buNone/>
              <a:defRPr sz="3333" b="1"/>
            </a:lvl3pPr>
            <a:lvl4pPr marL="2539380" indent="0">
              <a:buNone/>
              <a:defRPr sz="2962" b="1"/>
            </a:lvl4pPr>
            <a:lvl5pPr marL="3385840" indent="0">
              <a:buNone/>
              <a:defRPr sz="2962" b="1"/>
            </a:lvl5pPr>
            <a:lvl6pPr marL="4232300" indent="0">
              <a:buNone/>
              <a:defRPr sz="2962" b="1"/>
            </a:lvl6pPr>
            <a:lvl7pPr marL="5078760" indent="0">
              <a:buNone/>
              <a:defRPr sz="2962" b="1"/>
            </a:lvl7pPr>
            <a:lvl8pPr marL="5925221" indent="0">
              <a:buNone/>
              <a:defRPr sz="2962" b="1"/>
            </a:lvl8pPr>
            <a:lvl9pPr marL="6771681" indent="0">
              <a:buNone/>
              <a:defRPr sz="296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427411" y="4734128"/>
            <a:ext cx="9596322" cy="696318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177F8-900A-4ED9-853C-8F363F6F0FD7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3CB1-2AB4-4EDF-9EEC-D2B4D9FC00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4291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177F8-900A-4ED9-853C-8F363F6F0FD7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3CB1-2AB4-4EDF-9EEC-D2B4D9FC00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3746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177F8-900A-4ED9-853C-8F363F6F0FD7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3CB1-2AB4-4EDF-9EEC-D2B4D9FC00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0949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811" y="864023"/>
            <a:ext cx="7280271" cy="3024082"/>
          </a:xfrm>
        </p:spPr>
        <p:txBody>
          <a:bodyPr anchor="b"/>
          <a:lstStyle>
            <a:lvl1pPr>
              <a:defRPr sz="592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96322" y="1866051"/>
            <a:ext cx="11427411" cy="9210249"/>
          </a:xfrm>
        </p:spPr>
        <p:txBody>
          <a:bodyPr/>
          <a:lstStyle>
            <a:lvl1pPr>
              <a:defRPr sz="5924"/>
            </a:lvl1pPr>
            <a:lvl2pPr>
              <a:defRPr sz="5184"/>
            </a:lvl2pPr>
            <a:lvl3pPr>
              <a:defRPr sz="4443"/>
            </a:lvl3pPr>
            <a:lvl4pPr>
              <a:defRPr sz="3703"/>
            </a:lvl4pPr>
            <a:lvl5pPr>
              <a:defRPr sz="3703"/>
            </a:lvl5pPr>
            <a:lvl6pPr>
              <a:defRPr sz="3703"/>
            </a:lvl6pPr>
            <a:lvl7pPr>
              <a:defRPr sz="3703"/>
            </a:lvl7pPr>
            <a:lvl8pPr>
              <a:defRPr sz="3703"/>
            </a:lvl8pPr>
            <a:lvl9pPr>
              <a:defRPr sz="3703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811" y="3888105"/>
            <a:ext cx="7280271" cy="7203195"/>
          </a:xfrm>
        </p:spPr>
        <p:txBody>
          <a:bodyPr/>
          <a:lstStyle>
            <a:lvl1pPr marL="0" indent="0">
              <a:buNone/>
              <a:defRPr sz="2962"/>
            </a:lvl1pPr>
            <a:lvl2pPr marL="846460" indent="0">
              <a:buNone/>
              <a:defRPr sz="2592"/>
            </a:lvl2pPr>
            <a:lvl3pPr marL="1692920" indent="0">
              <a:buNone/>
              <a:defRPr sz="2222"/>
            </a:lvl3pPr>
            <a:lvl4pPr marL="2539380" indent="0">
              <a:buNone/>
              <a:defRPr sz="1851"/>
            </a:lvl4pPr>
            <a:lvl5pPr marL="3385840" indent="0">
              <a:buNone/>
              <a:defRPr sz="1851"/>
            </a:lvl5pPr>
            <a:lvl6pPr marL="4232300" indent="0">
              <a:buNone/>
              <a:defRPr sz="1851"/>
            </a:lvl6pPr>
            <a:lvl7pPr marL="5078760" indent="0">
              <a:buNone/>
              <a:defRPr sz="1851"/>
            </a:lvl7pPr>
            <a:lvl8pPr marL="5925221" indent="0">
              <a:buNone/>
              <a:defRPr sz="1851"/>
            </a:lvl8pPr>
            <a:lvl9pPr marL="6771681" indent="0">
              <a:buNone/>
              <a:defRPr sz="185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177F8-900A-4ED9-853C-8F363F6F0FD7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3CB1-2AB4-4EDF-9EEC-D2B4D9FC00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0283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811" y="864023"/>
            <a:ext cx="7280271" cy="3024082"/>
          </a:xfrm>
        </p:spPr>
        <p:txBody>
          <a:bodyPr anchor="b"/>
          <a:lstStyle>
            <a:lvl1pPr>
              <a:defRPr sz="592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596322" y="1866051"/>
            <a:ext cx="11427411" cy="9210249"/>
          </a:xfrm>
        </p:spPr>
        <p:txBody>
          <a:bodyPr anchor="t"/>
          <a:lstStyle>
            <a:lvl1pPr marL="0" indent="0">
              <a:buNone/>
              <a:defRPr sz="5924"/>
            </a:lvl1pPr>
            <a:lvl2pPr marL="846460" indent="0">
              <a:buNone/>
              <a:defRPr sz="5184"/>
            </a:lvl2pPr>
            <a:lvl3pPr marL="1692920" indent="0">
              <a:buNone/>
              <a:defRPr sz="4443"/>
            </a:lvl3pPr>
            <a:lvl4pPr marL="2539380" indent="0">
              <a:buNone/>
              <a:defRPr sz="3703"/>
            </a:lvl4pPr>
            <a:lvl5pPr marL="3385840" indent="0">
              <a:buNone/>
              <a:defRPr sz="3703"/>
            </a:lvl5pPr>
            <a:lvl6pPr marL="4232300" indent="0">
              <a:buNone/>
              <a:defRPr sz="3703"/>
            </a:lvl6pPr>
            <a:lvl7pPr marL="5078760" indent="0">
              <a:buNone/>
              <a:defRPr sz="3703"/>
            </a:lvl7pPr>
            <a:lvl8pPr marL="5925221" indent="0">
              <a:buNone/>
              <a:defRPr sz="3703"/>
            </a:lvl8pPr>
            <a:lvl9pPr marL="6771681" indent="0">
              <a:buNone/>
              <a:defRPr sz="3703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811" y="3888105"/>
            <a:ext cx="7280271" cy="7203195"/>
          </a:xfrm>
        </p:spPr>
        <p:txBody>
          <a:bodyPr/>
          <a:lstStyle>
            <a:lvl1pPr marL="0" indent="0">
              <a:buNone/>
              <a:defRPr sz="2962"/>
            </a:lvl1pPr>
            <a:lvl2pPr marL="846460" indent="0">
              <a:buNone/>
              <a:defRPr sz="2592"/>
            </a:lvl2pPr>
            <a:lvl3pPr marL="1692920" indent="0">
              <a:buNone/>
              <a:defRPr sz="2222"/>
            </a:lvl3pPr>
            <a:lvl4pPr marL="2539380" indent="0">
              <a:buNone/>
              <a:defRPr sz="1851"/>
            </a:lvl4pPr>
            <a:lvl5pPr marL="3385840" indent="0">
              <a:buNone/>
              <a:defRPr sz="1851"/>
            </a:lvl5pPr>
            <a:lvl6pPr marL="4232300" indent="0">
              <a:buNone/>
              <a:defRPr sz="1851"/>
            </a:lvl6pPr>
            <a:lvl7pPr marL="5078760" indent="0">
              <a:buNone/>
              <a:defRPr sz="1851"/>
            </a:lvl7pPr>
            <a:lvl8pPr marL="5925221" indent="0">
              <a:buNone/>
              <a:defRPr sz="1851"/>
            </a:lvl8pPr>
            <a:lvl9pPr marL="6771681" indent="0">
              <a:buNone/>
              <a:defRPr sz="185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177F8-900A-4ED9-853C-8F363F6F0FD7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3CB1-2AB4-4EDF-9EEC-D2B4D9FC00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4074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177F8-900A-4ED9-853C-8F363F6F0FD7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3CB1-2AB4-4EDF-9EEC-D2B4D9FC00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7357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153562" y="690018"/>
            <a:ext cx="4867230" cy="1098329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51871" y="690018"/>
            <a:ext cx="14319533" cy="1098329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177F8-900A-4ED9-853C-8F363F6F0FD7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3CB1-2AB4-4EDF-9EEC-D2B4D9FC00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9908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1871" y="690019"/>
            <a:ext cx="19468922" cy="2505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1871" y="3450093"/>
            <a:ext cx="19468922" cy="8223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1871" y="12012325"/>
            <a:ext cx="5078849" cy="69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177F8-900A-4ED9-853C-8F363F6F0FD7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77195" y="12012325"/>
            <a:ext cx="7618274" cy="69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941943" y="12012325"/>
            <a:ext cx="5078849" cy="69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C3CB1-2AB4-4EDF-9EEC-D2B4D9FC00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4113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692920" rtl="0" eaLnBrk="1" latinLnBrk="0" hangingPunct="1">
        <a:lnSpc>
          <a:spcPct val="90000"/>
        </a:lnSpc>
        <a:spcBef>
          <a:spcPct val="0"/>
        </a:spcBef>
        <a:buNone/>
        <a:defRPr kumimoji="1" sz="81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3230" indent="-423230" algn="l" defTabSz="1692920" rtl="0" eaLnBrk="1" latinLnBrk="0" hangingPunct="1">
        <a:lnSpc>
          <a:spcPct val="90000"/>
        </a:lnSpc>
        <a:spcBef>
          <a:spcPts val="1851"/>
        </a:spcBef>
        <a:buFont typeface="Arial" panose="020B0604020202020204" pitchFamily="34" charset="0"/>
        <a:buChar char="•"/>
        <a:defRPr kumimoji="1" sz="5184" kern="1200">
          <a:solidFill>
            <a:schemeClr val="tx1"/>
          </a:solidFill>
          <a:latin typeface="+mn-lt"/>
          <a:ea typeface="+mn-ea"/>
          <a:cs typeface="+mn-cs"/>
        </a:defRPr>
      </a:lvl1pPr>
      <a:lvl2pPr marL="1269690" indent="-423230" algn="l" defTabSz="1692920" rtl="0" eaLnBrk="1" latinLnBrk="0" hangingPunct="1">
        <a:lnSpc>
          <a:spcPct val="90000"/>
        </a:lnSpc>
        <a:spcBef>
          <a:spcPts val="926"/>
        </a:spcBef>
        <a:buFont typeface="Arial" panose="020B0604020202020204" pitchFamily="34" charset="0"/>
        <a:buChar char="•"/>
        <a:defRPr kumimoji="1" sz="4443" kern="1200">
          <a:solidFill>
            <a:schemeClr val="tx1"/>
          </a:solidFill>
          <a:latin typeface="+mn-lt"/>
          <a:ea typeface="+mn-ea"/>
          <a:cs typeface="+mn-cs"/>
        </a:defRPr>
      </a:lvl2pPr>
      <a:lvl3pPr marL="2116150" indent="-423230" algn="l" defTabSz="1692920" rtl="0" eaLnBrk="1" latinLnBrk="0" hangingPunct="1">
        <a:lnSpc>
          <a:spcPct val="90000"/>
        </a:lnSpc>
        <a:spcBef>
          <a:spcPts val="926"/>
        </a:spcBef>
        <a:buFont typeface="Arial" panose="020B0604020202020204" pitchFamily="34" charset="0"/>
        <a:buChar char="•"/>
        <a:defRPr kumimoji="1" sz="3703" kern="1200">
          <a:solidFill>
            <a:schemeClr val="tx1"/>
          </a:solidFill>
          <a:latin typeface="+mn-lt"/>
          <a:ea typeface="+mn-ea"/>
          <a:cs typeface="+mn-cs"/>
        </a:defRPr>
      </a:lvl3pPr>
      <a:lvl4pPr marL="2962610" indent="-423230" algn="l" defTabSz="1692920" rtl="0" eaLnBrk="1" latinLnBrk="0" hangingPunct="1">
        <a:lnSpc>
          <a:spcPct val="90000"/>
        </a:lnSpc>
        <a:spcBef>
          <a:spcPts val="926"/>
        </a:spcBef>
        <a:buFont typeface="Arial" panose="020B0604020202020204" pitchFamily="34" charset="0"/>
        <a:buChar char="•"/>
        <a:defRPr kumimoji="1" sz="3333" kern="1200">
          <a:solidFill>
            <a:schemeClr val="tx1"/>
          </a:solidFill>
          <a:latin typeface="+mn-lt"/>
          <a:ea typeface="+mn-ea"/>
          <a:cs typeface="+mn-cs"/>
        </a:defRPr>
      </a:lvl4pPr>
      <a:lvl5pPr marL="3809070" indent="-423230" algn="l" defTabSz="1692920" rtl="0" eaLnBrk="1" latinLnBrk="0" hangingPunct="1">
        <a:lnSpc>
          <a:spcPct val="90000"/>
        </a:lnSpc>
        <a:spcBef>
          <a:spcPts val="926"/>
        </a:spcBef>
        <a:buFont typeface="Arial" panose="020B0604020202020204" pitchFamily="34" charset="0"/>
        <a:buChar char="•"/>
        <a:defRPr kumimoji="1" sz="3333" kern="1200">
          <a:solidFill>
            <a:schemeClr val="tx1"/>
          </a:solidFill>
          <a:latin typeface="+mn-lt"/>
          <a:ea typeface="+mn-ea"/>
          <a:cs typeface="+mn-cs"/>
        </a:defRPr>
      </a:lvl5pPr>
      <a:lvl6pPr marL="4655530" indent="-423230" algn="l" defTabSz="1692920" rtl="0" eaLnBrk="1" latinLnBrk="0" hangingPunct="1">
        <a:lnSpc>
          <a:spcPct val="90000"/>
        </a:lnSpc>
        <a:spcBef>
          <a:spcPts val="926"/>
        </a:spcBef>
        <a:buFont typeface="Arial" panose="020B0604020202020204" pitchFamily="34" charset="0"/>
        <a:buChar char="•"/>
        <a:defRPr kumimoji="1" sz="3333" kern="1200">
          <a:solidFill>
            <a:schemeClr val="tx1"/>
          </a:solidFill>
          <a:latin typeface="+mn-lt"/>
          <a:ea typeface="+mn-ea"/>
          <a:cs typeface="+mn-cs"/>
        </a:defRPr>
      </a:lvl6pPr>
      <a:lvl7pPr marL="5501991" indent="-423230" algn="l" defTabSz="1692920" rtl="0" eaLnBrk="1" latinLnBrk="0" hangingPunct="1">
        <a:lnSpc>
          <a:spcPct val="90000"/>
        </a:lnSpc>
        <a:spcBef>
          <a:spcPts val="926"/>
        </a:spcBef>
        <a:buFont typeface="Arial" panose="020B0604020202020204" pitchFamily="34" charset="0"/>
        <a:buChar char="•"/>
        <a:defRPr kumimoji="1" sz="3333" kern="1200">
          <a:solidFill>
            <a:schemeClr val="tx1"/>
          </a:solidFill>
          <a:latin typeface="+mn-lt"/>
          <a:ea typeface="+mn-ea"/>
          <a:cs typeface="+mn-cs"/>
        </a:defRPr>
      </a:lvl7pPr>
      <a:lvl8pPr marL="6348451" indent="-423230" algn="l" defTabSz="1692920" rtl="0" eaLnBrk="1" latinLnBrk="0" hangingPunct="1">
        <a:lnSpc>
          <a:spcPct val="90000"/>
        </a:lnSpc>
        <a:spcBef>
          <a:spcPts val="926"/>
        </a:spcBef>
        <a:buFont typeface="Arial" panose="020B0604020202020204" pitchFamily="34" charset="0"/>
        <a:buChar char="•"/>
        <a:defRPr kumimoji="1" sz="3333" kern="1200">
          <a:solidFill>
            <a:schemeClr val="tx1"/>
          </a:solidFill>
          <a:latin typeface="+mn-lt"/>
          <a:ea typeface="+mn-ea"/>
          <a:cs typeface="+mn-cs"/>
        </a:defRPr>
      </a:lvl8pPr>
      <a:lvl9pPr marL="7194911" indent="-423230" algn="l" defTabSz="1692920" rtl="0" eaLnBrk="1" latinLnBrk="0" hangingPunct="1">
        <a:lnSpc>
          <a:spcPct val="90000"/>
        </a:lnSpc>
        <a:spcBef>
          <a:spcPts val="926"/>
        </a:spcBef>
        <a:buFont typeface="Arial" panose="020B0604020202020204" pitchFamily="34" charset="0"/>
        <a:buChar char="•"/>
        <a:defRPr kumimoji="1" sz="3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92920" rtl="0" eaLnBrk="1" latinLnBrk="0" hangingPunct="1">
        <a:defRPr kumimoji="1" sz="3333" kern="1200">
          <a:solidFill>
            <a:schemeClr val="tx1"/>
          </a:solidFill>
          <a:latin typeface="+mn-lt"/>
          <a:ea typeface="+mn-ea"/>
          <a:cs typeface="+mn-cs"/>
        </a:defRPr>
      </a:lvl1pPr>
      <a:lvl2pPr marL="846460" algn="l" defTabSz="1692920" rtl="0" eaLnBrk="1" latinLnBrk="0" hangingPunct="1">
        <a:defRPr kumimoji="1" sz="3333" kern="1200">
          <a:solidFill>
            <a:schemeClr val="tx1"/>
          </a:solidFill>
          <a:latin typeface="+mn-lt"/>
          <a:ea typeface="+mn-ea"/>
          <a:cs typeface="+mn-cs"/>
        </a:defRPr>
      </a:lvl2pPr>
      <a:lvl3pPr marL="1692920" algn="l" defTabSz="1692920" rtl="0" eaLnBrk="1" latinLnBrk="0" hangingPunct="1">
        <a:defRPr kumimoji="1" sz="3333" kern="1200">
          <a:solidFill>
            <a:schemeClr val="tx1"/>
          </a:solidFill>
          <a:latin typeface="+mn-lt"/>
          <a:ea typeface="+mn-ea"/>
          <a:cs typeface="+mn-cs"/>
        </a:defRPr>
      </a:lvl3pPr>
      <a:lvl4pPr marL="2539380" algn="l" defTabSz="1692920" rtl="0" eaLnBrk="1" latinLnBrk="0" hangingPunct="1">
        <a:defRPr kumimoji="1" sz="3333" kern="1200">
          <a:solidFill>
            <a:schemeClr val="tx1"/>
          </a:solidFill>
          <a:latin typeface="+mn-lt"/>
          <a:ea typeface="+mn-ea"/>
          <a:cs typeface="+mn-cs"/>
        </a:defRPr>
      </a:lvl4pPr>
      <a:lvl5pPr marL="3385840" algn="l" defTabSz="1692920" rtl="0" eaLnBrk="1" latinLnBrk="0" hangingPunct="1">
        <a:defRPr kumimoji="1" sz="3333" kern="1200">
          <a:solidFill>
            <a:schemeClr val="tx1"/>
          </a:solidFill>
          <a:latin typeface="+mn-lt"/>
          <a:ea typeface="+mn-ea"/>
          <a:cs typeface="+mn-cs"/>
        </a:defRPr>
      </a:lvl5pPr>
      <a:lvl6pPr marL="4232300" algn="l" defTabSz="1692920" rtl="0" eaLnBrk="1" latinLnBrk="0" hangingPunct="1">
        <a:defRPr kumimoji="1" sz="3333" kern="1200">
          <a:solidFill>
            <a:schemeClr val="tx1"/>
          </a:solidFill>
          <a:latin typeface="+mn-lt"/>
          <a:ea typeface="+mn-ea"/>
          <a:cs typeface="+mn-cs"/>
        </a:defRPr>
      </a:lvl6pPr>
      <a:lvl7pPr marL="5078760" algn="l" defTabSz="1692920" rtl="0" eaLnBrk="1" latinLnBrk="0" hangingPunct="1">
        <a:defRPr kumimoji="1" sz="3333" kern="1200">
          <a:solidFill>
            <a:schemeClr val="tx1"/>
          </a:solidFill>
          <a:latin typeface="+mn-lt"/>
          <a:ea typeface="+mn-ea"/>
          <a:cs typeface="+mn-cs"/>
        </a:defRPr>
      </a:lvl7pPr>
      <a:lvl8pPr marL="5925221" algn="l" defTabSz="1692920" rtl="0" eaLnBrk="1" latinLnBrk="0" hangingPunct="1">
        <a:defRPr kumimoji="1" sz="3333" kern="1200">
          <a:solidFill>
            <a:schemeClr val="tx1"/>
          </a:solidFill>
          <a:latin typeface="+mn-lt"/>
          <a:ea typeface="+mn-ea"/>
          <a:cs typeface="+mn-cs"/>
        </a:defRPr>
      </a:lvl8pPr>
      <a:lvl9pPr marL="6771681" algn="l" defTabSz="1692920" rtl="0" eaLnBrk="1" latinLnBrk="0" hangingPunct="1">
        <a:defRPr kumimoji="1" sz="33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グループ化 1049">
            <a:extLst>
              <a:ext uri="{FF2B5EF4-FFF2-40B4-BE49-F238E27FC236}">
                <a16:creationId xmlns:a16="http://schemas.microsoft.com/office/drawing/2014/main" id="{D3EBB7F9-A705-4E1F-B147-529368784AF0}"/>
              </a:ext>
            </a:extLst>
          </p:cNvPr>
          <p:cNvGrpSpPr/>
          <p:nvPr/>
        </p:nvGrpSpPr>
        <p:grpSpPr>
          <a:xfrm>
            <a:off x="764694" y="194634"/>
            <a:ext cx="20705524" cy="12425819"/>
            <a:chOff x="764694" y="194634"/>
            <a:chExt cx="20705524" cy="12425819"/>
          </a:xfrm>
        </p:grpSpPr>
        <p:sp>
          <p:nvSpPr>
            <p:cNvPr id="1049" name="正方形/長方形 1048">
              <a:extLst>
                <a:ext uri="{FF2B5EF4-FFF2-40B4-BE49-F238E27FC236}">
                  <a16:creationId xmlns:a16="http://schemas.microsoft.com/office/drawing/2014/main" id="{882CBE2D-4072-4B34-9264-83BA23AB8141}"/>
                </a:ext>
              </a:extLst>
            </p:cNvPr>
            <p:cNvSpPr/>
            <p:nvPr/>
          </p:nvSpPr>
          <p:spPr>
            <a:xfrm>
              <a:off x="764694" y="194634"/>
              <a:ext cx="20705524" cy="124258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048" name="グループ化 1047">
              <a:extLst>
                <a:ext uri="{FF2B5EF4-FFF2-40B4-BE49-F238E27FC236}">
                  <a16:creationId xmlns:a16="http://schemas.microsoft.com/office/drawing/2014/main" id="{7027217A-B3C2-48F1-A79C-043CF3C84295}"/>
                </a:ext>
              </a:extLst>
            </p:cNvPr>
            <p:cNvGrpSpPr/>
            <p:nvPr/>
          </p:nvGrpSpPr>
          <p:grpSpPr>
            <a:xfrm>
              <a:off x="1234421" y="479885"/>
              <a:ext cx="19766070" cy="12000579"/>
              <a:chOff x="1002082" y="274172"/>
              <a:chExt cx="19766070" cy="12000579"/>
            </a:xfrm>
          </p:grpSpPr>
          <p:grpSp>
            <p:nvGrpSpPr>
              <p:cNvPr id="1033" name="グループ化 1032">
                <a:extLst>
                  <a:ext uri="{FF2B5EF4-FFF2-40B4-BE49-F238E27FC236}">
                    <a16:creationId xmlns:a16="http://schemas.microsoft.com/office/drawing/2014/main" id="{DBF999E4-0C85-4CAC-A45B-74627799D47B}"/>
                  </a:ext>
                </a:extLst>
              </p:cNvPr>
              <p:cNvGrpSpPr/>
              <p:nvPr/>
            </p:nvGrpSpPr>
            <p:grpSpPr>
              <a:xfrm>
                <a:off x="4643665" y="5643473"/>
                <a:ext cx="2284238" cy="1362596"/>
                <a:chOff x="6030683" y="4587744"/>
                <a:chExt cx="2284238" cy="1362596"/>
              </a:xfrm>
            </p:grpSpPr>
            <p:sp>
              <p:nvSpPr>
                <p:cNvPr id="85" name="正方形/長方形 84">
                  <a:extLst>
                    <a:ext uri="{FF2B5EF4-FFF2-40B4-BE49-F238E27FC236}">
                      <a16:creationId xmlns:a16="http://schemas.microsoft.com/office/drawing/2014/main" id="{1C849B83-4921-4225-8549-1B42F62319BF}"/>
                    </a:ext>
                  </a:extLst>
                </p:cNvPr>
                <p:cNvSpPr/>
                <p:nvPr/>
              </p:nvSpPr>
              <p:spPr>
                <a:xfrm>
                  <a:off x="6030683" y="4587744"/>
                  <a:ext cx="2284238" cy="1362596"/>
                </a:xfrm>
                <a:prstGeom prst="rect">
                  <a:avLst/>
                </a:prstGeom>
                <a:solidFill>
                  <a:srgbClr val="FDF3ED"/>
                </a:solidFill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ja-JP" altLang="en-US" dirty="0"/>
                </a:p>
              </p:txBody>
            </p:sp>
            <p:pic>
              <p:nvPicPr>
                <p:cNvPr id="1026" name="Picture 2" descr="https://previews.us-east-1.widencdn.net/preview/48045879/assets/asset-view/8588de84-f8ed-4488-a456-45ba986280ee/thumbnail/eyJ3IjoyMDQ4LCJoIjoyMDQ4LCJzY29wZSI6ImFwcCJ9?sig.ver=1&amp;sig.keyId=us-east-1.20240821&amp;sig.expires=1768888800&amp;sig=3Mfj63EvT3S_G2babOafFoOBsnu2hJiFiomn7IR-Q3g">
                  <a:extLst>
                    <a:ext uri="{FF2B5EF4-FFF2-40B4-BE49-F238E27FC236}">
                      <a16:creationId xmlns:a16="http://schemas.microsoft.com/office/drawing/2014/main" id="{F5457915-13CB-4366-8D5E-AED8CCEC5C9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-1213" t="-4693" r="73510" b="29075"/>
                <a:stretch/>
              </p:blipFill>
              <p:spPr bwMode="auto">
                <a:xfrm>
                  <a:off x="6185204" y="4725556"/>
                  <a:ext cx="1063406" cy="103784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AD1B9559-D7F5-424A-923F-8F829A6174FC}"/>
                    </a:ext>
                  </a:extLst>
                </p:cNvPr>
                <p:cNvSpPr txBox="1"/>
                <p:nvPr/>
              </p:nvSpPr>
              <p:spPr>
                <a:xfrm>
                  <a:off x="7373232" y="5121536"/>
                  <a:ext cx="782320" cy="7534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Slack</a:t>
                  </a:r>
                </a:p>
              </p:txBody>
            </p:sp>
          </p:grpSp>
          <p:sp>
            <p:nvSpPr>
              <p:cNvPr id="78" name="正方形/長方形 77">
                <a:extLst>
                  <a:ext uri="{FF2B5EF4-FFF2-40B4-BE49-F238E27FC236}">
                    <a16:creationId xmlns:a16="http://schemas.microsoft.com/office/drawing/2014/main" id="{86B1C22E-AF8A-4D94-9FF0-896E5D234084}"/>
                  </a:ext>
                </a:extLst>
              </p:cNvPr>
              <p:cNvSpPr/>
              <p:nvPr/>
            </p:nvSpPr>
            <p:spPr>
              <a:xfrm>
                <a:off x="11286331" y="4767322"/>
                <a:ext cx="9232818" cy="2871730"/>
              </a:xfrm>
              <a:prstGeom prst="rect">
                <a:avLst/>
              </a:prstGeom>
              <a:solidFill>
                <a:srgbClr val="DCE5F4"/>
              </a:solidFill>
              <a:ln w="31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kumimoji="1" lang="en-US" altLang="ja-JP" dirty="0">
                    <a:solidFill>
                      <a:schemeClr val="bg1"/>
                    </a:solidFill>
                    <a:highlight>
                      <a:srgbClr val="27477B"/>
                    </a:highlight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Region (asia-northeast1 / </a:t>
                </a:r>
                <a:r>
                  <a:rPr kumimoji="1" lang="ja-JP" altLang="en-US" dirty="0">
                    <a:solidFill>
                      <a:schemeClr val="bg1"/>
                    </a:solidFill>
                    <a:highlight>
                      <a:srgbClr val="27477B"/>
                    </a:highlight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東京</a:t>
                </a:r>
                <a:r>
                  <a:rPr kumimoji="1" lang="en-US" altLang="ja-JP" dirty="0">
                    <a:solidFill>
                      <a:schemeClr val="bg1"/>
                    </a:solidFill>
                    <a:highlight>
                      <a:srgbClr val="27477B"/>
                    </a:highlight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)</a:t>
                </a:r>
                <a:endParaRPr kumimoji="1" lang="ja-JP" altLang="en-US" dirty="0">
                  <a:solidFill>
                    <a:schemeClr val="bg1"/>
                  </a:solidFill>
                  <a:highlight>
                    <a:srgbClr val="27477B"/>
                  </a:highlight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027" name="正方形/長方形 1026">
                <a:extLst>
                  <a:ext uri="{FF2B5EF4-FFF2-40B4-BE49-F238E27FC236}">
                    <a16:creationId xmlns:a16="http://schemas.microsoft.com/office/drawing/2014/main" id="{0C1D5D69-975F-419D-8A54-490A7585736C}"/>
                  </a:ext>
                </a:extLst>
              </p:cNvPr>
              <p:cNvSpPr/>
              <p:nvPr/>
            </p:nvSpPr>
            <p:spPr>
              <a:xfrm>
                <a:off x="1002082" y="1308894"/>
                <a:ext cx="15445476" cy="254056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47" name="グループ化 46">
                <a:extLst>
                  <a:ext uri="{FF2B5EF4-FFF2-40B4-BE49-F238E27FC236}">
                    <a16:creationId xmlns:a16="http://schemas.microsoft.com/office/drawing/2014/main" id="{E1B4269C-8FD0-42DF-B04E-040FEE7496FF}"/>
                  </a:ext>
                </a:extLst>
              </p:cNvPr>
              <p:cNvGrpSpPr/>
              <p:nvPr/>
            </p:nvGrpSpPr>
            <p:grpSpPr>
              <a:xfrm>
                <a:off x="9003261" y="1545460"/>
                <a:ext cx="2284238" cy="1362596"/>
                <a:chOff x="7811676" y="207325"/>
                <a:chExt cx="2284238" cy="1362596"/>
              </a:xfrm>
            </p:grpSpPr>
            <p:sp>
              <p:nvSpPr>
                <p:cNvPr id="42" name="正方形/長方形 41">
                  <a:extLst>
                    <a:ext uri="{FF2B5EF4-FFF2-40B4-BE49-F238E27FC236}">
                      <a16:creationId xmlns:a16="http://schemas.microsoft.com/office/drawing/2014/main" id="{08787F34-3549-4018-86CE-BB432F55D0FF}"/>
                    </a:ext>
                  </a:extLst>
                </p:cNvPr>
                <p:cNvSpPr/>
                <p:nvPr/>
              </p:nvSpPr>
              <p:spPr>
                <a:xfrm>
                  <a:off x="7811676" y="207325"/>
                  <a:ext cx="2284238" cy="1362596"/>
                </a:xfrm>
                <a:prstGeom prst="rect">
                  <a:avLst/>
                </a:prstGeom>
                <a:solidFill>
                  <a:srgbClr val="FDF3ED"/>
                </a:solidFill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4" name="図 3">
                  <a:extLst>
                    <a:ext uri="{FF2B5EF4-FFF2-40B4-BE49-F238E27FC236}">
                      <a16:creationId xmlns:a16="http://schemas.microsoft.com/office/drawing/2014/main" id="{1959D133-E280-4CCE-870B-37FAE2261C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907515" y="334809"/>
                  <a:ext cx="1063412" cy="1063412"/>
                </a:xfrm>
                <a:prstGeom prst="rect">
                  <a:avLst/>
                </a:prstGeom>
              </p:spPr>
            </p:pic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63F66351-F35A-4A75-A893-7975F9B7186A}"/>
                    </a:ext>
                  </a:extLst>
                </p:cNvPr>
                <p:cNvSpPr txBox="1"/>
                <p:nvPr/>
              </p:nvSpPr>
              <p:spPr>
                <a:xfrm>
                  <a:off x="9038425" y="565457"/>
                  <a:ext cx="972464" cy="7534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Cloud</a:t>
                  </a:r>
                </a:p>
                <a:p>
                  <a:r>
                    <a:rPr lang="en-US" altLang="ja-JP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Build</a:t>
                  </a:r>
                  <a:endPara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8" name="グループ化 47">
                <a:extLst>
                  <a:ext uri="{FF2B5EF4-FFF2-40B4-BE49-F238E27FC236}">
                    <a16:creationId xmlns:a16="http://schemas.microsoft.com/office/drawing/2014/main" id="{5D3248F9-69C6-406F-B1D6-1D2998BE0DE2}"/>
                  </a:ext>
                </a:extLst>
              </p:cNvPr>
              <p:cNvGrpSpPr/>
              <p:nvPr/>
            </p:nvGrpSpPr>
            <p:grpSpPr>
              <a:xfrm>
                <a:off x="13494928" y="1553778"/>
                <a:ext cx="2284238" cy="1446177"/>
                <a:chOff x="9255485" y="5637245"/>
                <a:chExt cx="2284238" cy="1446177"/>
              </a:xfrm>
            </p:grpSpPr>
            <p:sp>
              <p:nvSpPr>
                <p:cNvPr id="50" name="正方形/長方形 49">
                  <a:extLst>
                    <a:ext uri="{FF2B5EF4-FFF2-40B4-BE49-F238E27FC236}">
                      <a16:creationId xmlns:a16="http://schemas.microsoft.com/office/drawing/2014/main" id="{D8F20FCF-5DA1-497F-8473-A275BB8E8237}"/>
                    </a:ext>
                  </a:extLst>
                </p:cNvPr>
                <p:cNvSpPr/>
                <p:nvPr/>
              </p:nvSpPr>
              <p:spPr>
                <a:xfrm>
                  <a:off x="9255485" y="5637245"/>
                  <a:ext cx="2284238" cy="1362596"/>
                </a:xfrm>
                <a:prstGeom prst="rect">
                  <a:avLst/>
                </a:prstGeom>
                <a:solidFill>
                  <a:srgbClr val="FDF3ED"/>
                </a:solidFill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ja-JP" altLang="en-US" dirty="0"/>
                </a:p>
              </p:txBody>
            </p:sp>
            <p:pic>
              <p:nvPicPr>
                <p:cNvPr id="11" name="図 10">
                  <a:extLst>
                    <a:ext uri="{FF2B5EF4-FFF2-40B4-BE49-F238E27FC236}">
                      <a16:creationId xmlns:a16="http://schemas.microsoft.com/office/drawing/2014/main" id="{0030308D-2499-48A0-AC1D-6AA3812853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421439" y="5790929"/>
                  <a:ext cx="1063412" cy="1063412"/>
                </a:xfrm>
                <a:prstGeom prst="rect">
                  <a:avLst/>
                </a:prstGeom>
              </p:spPr>
            </p:pic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9726CD11-1D52-47B1-921C-526833A22A88}"/>
                    </a:ext>
                  </a:extLst>
                </p:cNvPr>
                <p:cNvSpPr txBox="1"/>
                <p:nvPr/>
              </p:nvSpPr>
              <p:spPr>
                <a:xfrm>
                  <a:off x="10504730" y="5999471"/>
                  <a:ext cx="1034993" cy="10839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Artifact Registry</a:t>
                  </a:r>
                  <a:endPara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8C4F84A3-D11D-49FA-B769-38E412A50325}"/>
                  </a:ext>
                </a:extLst>
              </p:cNvPr>
              <p:cNvSpPr txBox="1"/>
              <p:nvPr/>
            </p:nvSpPr>
            <p:spPr>
              <a:xfrm>
                <a:off x="13362057" y="2954281"/>
                <a:ext cx="2724474" cy="7534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HGPｺﾞｼｯｸM" panose="020B0600000000000000" pitchFamily="50" charset="-128"/>
                    <a:ea typeface="HGPｺﾞｼｯｸM" panose="020B0600000000000000" pitchFamily="50" charset="-128"/>
                    <a:cs typeface="Arial" panose="020B0604020202020204" pitchFamily="34" charset="0"/>
                  </a:rPr>
                  <a:t>ビルド済コンテナイメージの保存・管理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HGPｺﾞｼｯｸM" panose="020B0600000000000000" pitchFamily="50" charset="-128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</p:txBody>
          </p:sp>
          <p:cxnSp>
            <p:nvCxnSpPr>
              <p:cNvPr id="14" name="直線矢印コネクタ 13">
                <a:extLst>
                  <a:ext uri="{FF2B5EF4-FFF2-40B4-BE49-F238E27FC236}">
                    <a16:creationId xmlns:a16="http://schemas.microsoft.com/office/drawing/2014/main" id="{45B930A2-4E43-4B13-93B6-2BBB27B0FF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72139" y="7099006"/>
                <a:ext cx="2353946" cy="23539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" name="グループ化 54">
                <a:extLst>
                  <a:ext uri="{FF2B5EF4-FFF2-40B4-BE49-F238E27FC236}">
                    <a16:creationId xmlns:a16="http://schemas.microsoft.com/office/drawing/2014/main" id="{548E97A1-62C3-46C2-89AB-812A999DB698}"/>
                  </a:ext>
                </a:extLst>
              </p:cNvPr>
              <p:cNvGrpSpPr/>
              <p:nvPr/>
            </p:nvGrpSpPr>
            <p:grpSpPr>
              <a:xfrm>
                <a:off x="14709535" y="3677847"/>
                <a:ext cx="1079757" cy="1781387"/>
                <a:chOff x="12863008" y="2405271"/>
                <a:chExt cx="1079757" cy="1781387"/>
              </a:xfrm>
            </p:grpSpPr>
            <p:cxnSp>
              <p:nvCxnSpPr>
                <p:cNvPr id="9" name="直線矢印コネクタ 8">
                  <a:extLst>
                    <a:ext uri="{FF2B5EF4-FFF2-40B4-BE49-F238E27FC236}">
                      <a16:creationId xmlns:a16="http://schemas.microsoft.com/office/drawing/2014/main" id="{8294E087-3790-4228-BD6E-23B673B2C5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1972314" y="3295965"/>
                  <a:ext cx="1781387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96439FE2-B64F-4B4A-AEB4-72A9195079F1}"/>
                    </a:ext>
                  </a:extLst>
                </p:cNvPr>
                <p:cNvSpPr txBox="1"/>
                <p:nvPr/>
              </p:nvSpPr>
              <p:spPr>
                <a:xfrm>
                  <a:off x="12879353" y="2881532"/>
                  <a:ext cx="1063412" cy="4228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ja-JP" altLang="en-US" dirty="0">
                      <a:solidFill>
                        <a:schemeClr val="bg1">
                          <a:lumMod val="50000"/>
                        </a:schemeClr>
                      </a:solidFill>
                      <a:latin typeface="HGPｺﾞｼｯｸM" panose="020B0600000000000000" pitchFamily="50" charset="-128"/>
                      <a:ea typeface="HGPｺﾞｼｯｸM" panose="020B0600000000000000" pitchFamily="50" charset="-128"/>
                      <a:cs typeface="Arial" panose="020B0604020202020204" pitchFamily="34" charset="0"/>
                    </a:rPr>
                    <a:t>デプロイ</a:t>
                  </a:r>
                  <a:endPara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HGPｺﾞｼｯｸM" panose="020B0600000000000000" pitchFamily="50" charset="-128"/>
                    <a:ea typeface="HGPｺﾞｼｯｸM" panose="020B0600000000000000" pitchFamily="50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025" name="グループ化 1024">
                <a:extLst>
                  <a:ext uri="{FF2B5EF4-FFF2-40B4-BE49-F238E27FC236}">
                    <a16:creationId xmlns:a16="http://schemas.microsoft.com/office/drawing/2014/main" id="{0BF7BAA2-F8E9-4D8D-8126-C3AE55C13BAD}"/>
                  </a:ext>
                </a:extLst>
              </p:cNvPr>
              <p:cNvGrpSpPr/>
              <p:nvPr/>
            </p:nvGrpSpPr>
            <p:grpSpPr>
              <a:xfrm>
                <a:off x="13494928" y="5520533"/>
                <a:ext cx="2403938" cy="1612961"/>
                <a:chOff x="11694703" y="4440238"/>
                <a:chExt cx="2403938" cy="1612961"/>
              </a:xfrm>
            </p:grpSpPr>
            <p:sp>
              <p:nvSpPr>
                <p:cNvPr id="68" name="正方形/長方形 67">
                  <a:extLst>
                    <a:ext uri="{FF2B5EF4-FFF2-40B4-BE49-F238E27FC236}">
                      <a16:creationId xmlns:a16="http://schemas.microsoft.com/office/drawing/2014/main" id="{72A3CAE9-B75B-4C64-B854-3B12CEB3EF7F}"/>
                    </a:ext>
                  </a:extLst>
                </p:cNvPr>
                <p:cNvSpPr/>
                <p:nvPr/>
              </p:nvSpPr>
              <p:spPr>
                <a:xfrm>
                  <a:off x="11814403" y="4440238"/>
                  <a:ext cx="2284238" cy="1362596"/>
                </a:xfrm>
                <a:prstGeom prst="rect">
                  <a:avLst/>
                </a:prstGeom>
                <a:solidFill>
                  <a:srgbClr val="FDF3ED"/>
                </a:solidFill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ja-JP" altLang="en-US" dirty="0"/>
                </a:p>
              </p:txBody>
            </p:sp>
            <p:sp>
              <p:nvSpPr>
                <p:cNvPr id="59" name="正方形/長方形 58">
                  <a:extLst>
                    <a:ext uri="{FF2B5EF4-FFF2-40B4-BE49-F238E27FC236}">
                      <a16:creationId xmlns:a16="http://schemas.microsoft.com/office/drawing/2014/main" id="{F45C3853-42BE-4FDB-A1F5-FACA32B84C74}"/>
                    </a:ext>
                  </a:extLst>
                </p:cNvPr>
                <p:cNvSpPr/>
                <p:nvPr/>
              </p:nvSpPr>
              <p:spPr>
                <a:xfrm>
                  <a:off x="11694703" y="4563179"/>
                  <a:ext cx="2284238" cy="1362596"/>
                </a:xfrm>
                <a:prstGeom prst="rect">
                  <a:avLst/>
                </a:prstGeom>
                <a:solidFill>
                  <a:srgbClr val="FDF3ED"/>
                </a:solidFill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ja-JP" altLang="en-US" dirty="0"/>
                </a:p>
              </p:txBody>
            </p:sp>
            <p:pic>
              <p:nvPicPr>
                <p:cNvPr id="17" name="図 16">
                  <a:extLst>
                    <a:ext uri="{FF2B5EF4-FFF2-40B4-BE49-F238E27FC236}">
                      <a16:creationId xmlns:a16="http://schemas.microsoft.com/office/drawing/2014/main" id="{65783604-5095-424A-963C-65E92B5446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99692" y="4716863"/>
                  <a:ext cx="1063406" cy="1063406"/>
                </a:xfrm>
                <a:prstGeom prst="rect">
                  <a:avLst/>
                </a:prstGeom>
              </p:spPr>
            </p:pic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9EE703A7-E1B1-4B5A-9293-6C51349F80EC}"/>
                    </a:ext>
                  </a:extLst>
                </p:cNvPr>
                <p:cNvSpPr txBox="1"/>
                <p:nvPr/>
              </p:nvSpPr>
              <p:spPr>
                <a:xfrm>
                  <a:off x="12985023" y="4969248"/>
                  <a:ext cx="877147" cy="10839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Cloud</a:t>
                  </a:r>
                </a:p>
                <a:p>
                  <a:r>
                    <a:rPr lang="en-US" altLang="ja-JP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Run</a:t>
                  </a:r>
                  <a:endPara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3" name="グループ化 42">
                <a:extLst>
                  <a:ext uri="{FF2B5EF4-FFF2-40B4-BE49-F238E27FC236}">
                    <a16:creationId xmlns:a16="http://schemas.microsoft.com/office/drawing/2014/main" id="{FF08C1FB-9CFE-4418-AE7F-769A2F112943}"/>
                  </a:ext>
                </a:extLst>
              </p:cNvPr>
              <p:cNvGrpSpPr/>
              <p:nvPr/>
            </p:nvGrpSpPr>
            <p:grpSpPr>
              <a:xfrm>
                <a:off x="3864574" y="1553777"/>
                <a:ext cx="2380077" cy="1362596"/>
                <a:chOff x="3511017" y="235859"/>
                <a:chExt cx="2380077" cy="1362596"/>
              </a:xfrm>
            </p:grpSpPr>
            <p:sp>
              <p:nvSpPr>
                <p:cNvPr id="40" name="正方形/長方形 39">
                  <a:extLst>
                    <a:ext uri="{FF2B5EF4-FFF2-40B4-BE49-F238E27FC236}">
                      <a16:creationId xmlns:a16="http://schemas.microsoft.com/office/drawing/2014/main" id="{61586DDC-FCBF-4DA7-97DD-EAF06BD5AF76}"/>
                    </a:ext>
                  </a:extLst>
                </p:cNvPr>
                <p:cNvSpPr/>
                <p:nvPr/>
              </p:nvSpPr>
              <p:spPr>
                <a:xfrm>
                  <a:off x="3511017" y="235859"/>
                  <a:ext cx="2284238" cy="1362596"/>
                </a:xfrm>
                <a:prstGeom prst="rect">
                  <a:avLst/>
                </a:prstGeom>
                <a:solidFill>
                  <a:srgbClr val="FDF3ED"/>
                </a:solidFill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0" name="図 19">
                  <a:extLst>
                    <a:ext uri="{FF2B5EF4-FFF2-40B4-BE49-F238E27FC236}">
                      <a16:creationId xmlns:a16="http://schemas.microsoft.com/office/drawing/2014/main" id="{054A0BBD-6CF2-4932-8E89-39A30AF896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718743" y="431558"/>
                  <a:ext cx="974451" cy="954564"/>
                </a:xfrm>
                <a:prstGeom prst="rect">
                  <a:avLst/>
                </a:prstGeom>
              </p:spPr>
            </p:pic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1AF63369-5588-4258-81BC-26B4F80DF332}"/>
                    </a:ext>
                  </a:extLst>
                </p:cNvPr>
                <p:cNvSpPr txBox="1"/>
                <p:nvPr/>
              </p:nvSpPr>
              <p:spPr>
                <a:xfrm>
                  <a:off x="4785356" y="762363"/>
                  <a:ext cx="1105738" cy="4228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GitHub</a:t>
                  </a:r>
                  <a:endPara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6" name="グループ化 45">
                <a:extLst>
                  <a:ext uri="{FF2B5EF4-FFF2-40B4-BE49-F238E27FC236}">
                    <a16:creationId xmlns:a16="http://schemas.microsoft.com/office/drawing/2014/main" id="{DD55D376-C6D2-4CB6-BBC4-17B22D114671}"/>
                  </a:ext>
                </a:extLst>
              </p:cNvPr>
              <p:cNvGrpSpPr/>
              <p:nvPr/>
            </p:nvGrpSpPr>
            <p:grpSpPr>
              <a:xfrm>
                <a:off x="6368929" y="2173457"/>
                <a:ext cx="2473641" cy="768057"/>
                <a:chOff x="5198840" y="870289"/>
                <a:chExt cx="2473641" cy="768057"/>
              </a:xfrm>
            </p:grpSpPr>
            <p:cxnSp>
              <p:nvCxnSpPr>
                <p:cNvPr id="24" name="直線矢印コネクタ 23">
                  <a:extLst>
                    <a:ext uri="{FF2B5EF4-FFF2-40B4-BE49-F238E27FC236}">
                      <a16:creationId xmlns:a16="http://schemas.microsoft.com/office/drawing/2014/main" id="{C99783A5-70AD-4A13-97BA-1CC807C6E5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98840" y="870289"/>
                  <a:ext cx="2473641" cy="0"/>
                </a:xfrm>
                <a:prstGeom prst="straightConnector1">
                  <a:avLst/>
                </a:prstGeom>
                <a:ln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9773E2AC-7C5A-4230-AD0A-A4044C0EB088}"/>
                    </a:ext>
                  </a:extLst>
                </p:cNvPr>
                <p:cNvSpPr txBox="1"/>
                <p:nvPr/>
              </p:nvSpPr>
              <p:spPr>
                <a:xfrm>
                  <a:off x="5369845" y="884935"/>
                  <a:ext cx="1669625" cy="7534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ja-JP" altLang="en-US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ea typeface="HGPｺﾞｼｯｸM" panose="020B0600000000000000" pitchFamily="50" charset="-128"/>
                      <a:cs typeface="Arial" panose="020B0604020202020204" pitchFamily="34" charset="0"/>
                    </a:rPr>
                    <a:t>変更を</a:t>
                  </a:r>
                  <a:endPara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ja-JP" altLang="en-US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ea typeface="HGPｺﾞｼｯｸM" panose="020B0600000000000000" pitchFamily="50" charset="-128"/>
                      <a:cs typeface="Arial" panose="020B0604020202020204" pitchFamily="34" charset="0"/>
                    </a:rPr>
                    <a:t>検知・監視</a:t>
                  </a:r>
                  <a:endPara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4" name="グループ化 43">
                <a:extLst>
                  <a:ext uri="{FF2B5EF4-FFF2-40B4-BE49-F238E27FC236}">
                    <a16:creationId xmlns:a16="http://schemas.microsoft.com/office/drawing/2014/main" id="{0A8EDBAD-1306-4C3E-A67C-8A42A1E05BA1}"/>
                  </a:ext>
                </a:extLst>
              </p:cNvPr>
              <p:cNvGrpSpPr/>
              <p:nvPr/>
            </p:nvGrpSpPr>
            <p:grpSpPr>
              <a:xfrm>
                <a:off x="2405653" y="2198426"/>
                <a:ext cx="1187766" cy="805032"/>
                <a:chOff x="1296782" y="886939"/>
                <a:chExt cx="1187766" cy="805032"/>
              </a:xfrm>
            </p:grpSpPr>
            <p:cxnSp>
              <p:nvCxnSpPr>
                <p:cNvPr id="26" name="直線矢印コネクタ 25">
                  <a:extLst>
                    <a:ext uri="{FF2B5EF4-FFF2-40B4-BE49-F238E27FC236}">
                      <a16:creationId xmlns:a16="http://schemas.microsoft.com/office/drawing/2014/main" id="{F15314EF-5B6D-4A35-A5DE-1F77DEEAE8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6782" y="886939"/>
                  <a:ext cx="117419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4CC4C144-4C33-41BA-8B2B-CD406552EA1A}"/>
                    </a:ext>
                  </a:extLst>
                </p:cNvPr>
                <p:cNvSpPr txBox="1"/>
                <p:nvPr/>
              </p:nvSpPr>
              <p:spPr>
                <a:xfrm>
                  <a:off x="1296782" y="938560"/>
                  <a:ext cx="1187766" cy="7534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ja-JP" altLang="en-US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ソースの更新</a:t>
                  </a:r>
                </a:p>
              </p:txBody>
            </p:sp>
          </p:grpSp>
          <p:grpSp>
            <p:nvGrpSpPr>
              <p:cNvPr id="62" name="グループ化 61">
                <a:extLst>
                  <a:ext uri="{FF2B5EF4-FFF2-40B4-BE49-F238E27FC236}">
                    <a16:creationId xmlns:a16="http://schemas.microsoft.com/office/drawing/2014/main" id="{E9C0712E-BE93-4375-8345-72CCDFF3D171}"/>
                  </a:ext>
                </a:extLst>
              </p:cNvPr>
              <p:cNvGrpSpPr/>
              <p:nvPr/>
            </p:nvGrpSpPr>
            <p:grpSpPr>
              <a:xfrm>
                <a:off x="17966828" y="1553777"/>
                <a:ext cx="2284238" cy="1457338"/>
                <a:chOff x="4373241" y="8848876"/>
                <a:chExt cx="2284238" cy="1457338"/>
              </a:xfrm>
            </p:grpSpPr>
            <p:sp>
              <p:nvSpPr>
                <p:cNvPr id="63" name="正方形/長方形 62">
                  <a:extLst>
                    <a:ext uri="{FF2B5EF4-FFF2-40B4-BE49-F238E27FC236}">
                      <a16:creationId xmlns:a16="http://schemas.microsoft.com/office/drawing/2014/main" id="{E461E8AD-8C3A-4B25-9D4C-CED71EB13644}"/>
                    </a:ext>
                  </a:extLst>
                </p:cNvPr>
                <p:cNvSpPr/>
                <p:nvPr/>
              </p:nvSpPr>
              <p:spPr>
                <a:xfrm>
                  <a:off x="4373241" y="8848876"/>
                  <a:ext cx="2284238" cy="1362596"/>
                </a:xfrm>
                <a:prstGeom prst="rect">
                  <a:avLst/>
                </a:prstGeom>
                <a:solidFill>
                  <a:srgbClr val="FDF3ED"/>
                </a:solidFill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ja-JP" altLang="en-US" dirty="0"/>
                </a:p>
              </p:txBody>
            </p:sp>
            <p:pic>
              <p:nvPicPr>
                <p:cNvPr id="21" name="図 20">
                  <a:extLst>
                    <a:ext uri="{FF2B5EF4-FFF2-40B4-BE49-F238E27FC236}">
                      <a16:creationId xmlns:a16="http://schemas.microsoft.com/office/drawing/2014/main" id="{BB54CDFE-7E87-4E14-8CE6-C106011630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05344" y="8998469"/>
                  <a:ext cx="1063413" cy="1063413"/>
                </a:xfrm>
                <a:prstGeom prst="rect">
                  <a:avLst/>
                </a:prstGeom>
              </p:spPr>
            </p:pic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F876EF95-AC6B-4D85-943E-27CC01D5AD64}"/>
                    </a:ext>
                  </a:extLst>
                </p:cNvPr>
                <p:cNvSpPr txBox="1"/>
                <p:nvPr/>
              </p:nvSpPr>
              <p:spPr>
                <a:xfrm>
                  <a:off x="5386104" y="9222263"/>
                  <a:ext cx="1271375" cy="10839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Cloud</a:t>
                  </a:r>
                </a:p>
                <a:p>
                  <a:r>
                    <a:rPr lang="en-US" altLang="ja-JP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Scheduler</a:t>
                  </a:r>
                  <a:endPara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046EF8E9-D397-4A94-9278-7B47188F1665}"/>
                  </a:ext>
                </a:extLst>
              </p:cNvPr>
              <p:cNvSpPr txBox="1"/>
              <p:nvPr/>
            </p:nvSpPr>
            <p:spPr>
              <a:xfrm>
                <a:off x="16774454" y="3940194"/>
                <a:ext cx="330326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定期レポート作成要求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  <a:p>
                <a:pPr algn="ctr"/>
                <a:r>
                  <a: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HTTP</a:t>
                </a:r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リクエスト </a:t>
                </a:r>
                <a:r>
                  <a: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(/job/report)</a:t>
                </a:r>
              </a:p>
            </p:txBody>
          </p:sp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948CEA27-7A2A-4295-B762-D8762413E1E8}"/>
                  </a:ext>
                </a:extLst>
              </p:cNvPr>
              <p:cNvSpPr txBox="1"/>
              <p:nvPr/>
            </p:nvSpPr>
            <p:spPr>
              <a:xfrm>
                <a:off x="18052758" y="3007749"/>
                <a:ext cx="2091010" cy="1083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平日朝</a:t>
                </a:r>
                <a:r>
                  <a: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9</a:t>
                </a:r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時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  <a:p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定期実行のトリガー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</p:txBody>
          </p:sp>
          <p:cxnSp>
            <p:nvCxnSpPr>
              <p:cNvPr id="36" name="直線矢印コネクタ 35">
                <a:extLst>
                  <a:ext uri="{FF2B5EF4-FFF2-40B4-BE49-F238E27FC236}">
                    <a16:creationId xmlns:a16="http://schemas.microsoft.com/office/drawing/2014/main" id="{40A116C2-6FF4-4802-B945-F11986C640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13053" y="6409876"/>
                <a:ext cx="606939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0" name="グループ化 59">
                <a:extLst>
                  <a:ext uri="{FF2B5EF4-FFF2-40B4-BE49-F238E27FC236}">
                    <a16:creationId xmlns:a16="http://schemas.microsoft.com/office/drawing/2014/main" id="{2ECA31D7-6BFF-4967-A9F2-1F9387868DD4}"/>
                  </a:ext>
                </a:extLst>
              </p:cNvPr>
              <p:cNvGrpSpPr/>
              <p:nvPr/>
            </p:nvGrpSpPr>
            <p:grpSpPr>
              <a:xfrm>
                <a:off x="18016311" y="5643473"/>
                <a:ext cx="2284238" cy="1362596"/>
                <a:chOff x="4281498" y="3110451"/>
                <a:chExt cx="2284238" cy="1362596"/>
              </a:xfrm>
            </p:grpSpPr>
            <p:sp>
              <p:nvSpPr>
                <p:cNvPr id="61" name="正方形/長方形 60">
                  <a:extLst>
                    <a:ext uri="{FF2B5EF4-FFF2-40B4-BE49-F238E27FC236}">
                      <a16:creationId xmlns:a16="http://schemas.microsoft.com/office/drawing/2014/main" id="{0914569E-84DB-4FFB-B24B-A1DA4A16E7A7}"/>
                    </a:ext>
                  </a:extLst>
                </p:cNvPr>
                <p:cNvSpPr/>
                <p:nvPr/>
              </p:nvSpPr>
              <p:spPr>
                <a:xfrm>
                  <a:off x="4281498" y="3110451"/>
                  <a:ext cx="2284238" cy="1362596"/>
                </a:xfrm>
                <a:prstGeom prst="rect">
                  <a:avLst/>
                </a:prstGeom>
                <a:solidFill>
                  <a:srgbClr val="FDF3ED"/>
                </a:solidFill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ja-JP" altLang="en-US" dirty="0"/>
                </a:p>
              </p:txBody>
            </p:sp>
            <p:pic>
              <p:nvPicPr>
                <p:cNvPr id="30" name="図 29">
                  <a:extLst>
                    <a:ext uri="{FF2B5EF4-FFF2-40B4-BE49-F238E27FC236}">
                      <a16:creationId xmlns:a16="http://schemas.microsoft.com/office/drawing/2014/main" id="{716DF112-D1DE-41E2-8A20-EBD73903BE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360210" y="3262977"/>
                  <a:ext cx="1063407" cy="1063407"/>
                </a:xfrm>
                <a:prstGeom prst="rect">
                  <a:avLst/>
                </a:prstGeom>
              </p:spPr>
            </p:pic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A3F9CDD8-F507-4EDA-BC67-809A483AF78E}"/>
                    </a:ext>
                  </a:extLst>
                </p:cNvPr>
                <p:cNvSpPr txBox="1"/>
                <p:nvPr/>
              </p:nvSpPr>
              <p:spPr>
                <a:xfrm>
                  <a:off x="5390196" y="3631648"/>
                  <a:ext cx="1149105" cy="7534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dirty="0" err="1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Firestore</a:t>
                  </a:r>
                  <a:endPara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5" name="グループ化 44">
                <a:extLst>
                  <a:ext uri="{FF2B5EF4-FFF2-40B4-BE49-F238E27FC236}">
                    <a16:creationId xmlns:a16="http://schemas.microsoft.com/office/drawing/2014/main" id="{6F48539C-F392-449C-90DB-1EF5776A0C1C}"/>
                  </a:ext>
                </a:extLst>
              </p:cNvPr>
              <p:cNvGrpSpPr/>
              <p:nvPr/>
            </p:nvGrpSpPr>
            <p:grpSpPr>
              <a:xfrm>
                <a:off x="1242033" y="1625256"/>
                <a:ext cx="1063412" cy="1382565"/>
                <a:chOff x="233370" y="313770"/>
                <a:chExt cx="1063412" cy="1382565"/>
              </a:xfrm>
            </p:grpSpPr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0678379E-C4E5-45E4-A7E6-AED440CA5FD7}"/>
                    </a:ext>
                  </a:extLst>
                </p:cNvPr>
                <p:cNvSpPr txBox="1"/>
                <p:nvPr/>
              </p:nvSpPr>
              <p:spPr>
                <a:xfrm>
                  <a:off x="233370" y="1273462"/>
                  <a:ext cx="1063412" cy="4228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ja-JP" altLang="en-US" dirty="0">
                      <a:solidFill>
                        <a:schemeClr val="bg1">
                          <a:lumMod val="50000"/>
                        </a:schemeClr>
                      </a:solidFill>
                      <a:latin typeface="HGPｺﾞｼｯｸM" panose="020B0600000000000000" pitchFamily="50" charset="-128"/>
                      <a:ea typeface="HGPｺﾞｼｯｸM" panose="020B0600000000000000" pitchFamily="50" charset="-128"/>
                      <a:cs typeface="Arial" panose="020B0604020202020204" pitchFamily="34" charset="0"/>
                    </a:rPr>
                    <a:t>開発者</a:t>
                  </a:r>
                  <a:endPara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HGPｺﾞｼｯｸM" panose="020B0600000000000000" pitchFamily="50" charset="-128"/>
                    <a:ea typeface="HGPｺﾞｼｯｸM" panose="020B0600000000000000" pitchFamily="50" charset="-128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39" name="グラフィックス 38" descr="プログラマー">
                  <a:extLst>
                    <a:ext uri="{FF2B5EF4-FFF2-40B4-BE49-F238E27FC236}">
                      <a16:creationId xmlns:a16="http://schemas.microsoft.com/office/drawing/2014/main" id="{3DF5B81D-C131-41A1-B6D9-8713C2AD61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07876" y="313770"/>
                  <a:ext cx="914400" cy="914400"/>
                </a:xfrm>
                <a:prstGeom prst="rect">
                  <a:avLst/>
                </a:prstGeom>
              </p:spPr>
            </p:pic>
          </p:grpSp>
          <p:grpSp>
            <p:nvGrpSpPr>
              <p:cNvPr id="53" name="グループ化 52">
                <a:extLst>
                  <a:ext uri="{FF2B5EF4-FFF2-40B4-BE49-F238E27FC236}">
                    <a16:creationId xmlns:a16="http://schemas.microsoft.com/office/drawing/2014/main" id="{95C797B6-2257-4F4A-B31A-39F44D5A2B17}"/>
                  </a:ext>
                </a:extLst>
              </p:cNvPr>
              <p:cNvGrpSpPr/>
              <p:nvPr/>
            </p:nvGrpSpPr>
            <p:grpSpPr>
              <a:xfrm>
                <a:off x="11448192" y="2173457"/>
                <a:ext cx="1918596" cy="806712"/>
                <a:chOff x="9670071" y="900883"/>
                <a:chExt cx="1918596" cy="806712"/>
              </a:xfrm>
            </p:grpSpPr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B76330FE-F952-4BC3-B517-1C37095869D6}"/>
                    </a:ext>
                  </a:extLst>
                </p:cNvPr>
                <p:cNvSpPr txBox="1"/>
                <p:nvPr/>
              </p:nvSpPr>
              <p:spPr>
                <a:xfrm>
                  <a:off x="9670071" y="954184"/>
                  <a:ext cx="1918596" cy="7534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ja-JP" altLang="en-US" dirty="0">
                      <a:solidFill>
                        <a:schemeClr val="bg1">
                          <a:lumMod val="50000"/>
                        </a:schemeClr>
                      </a:solidFill>
                      <a:latin typeface="HGPｺﾞｼｯｸM" panose="020B0600000000000000" pitchFamily="50" charset="-128"/>
                      <a:ea typeface="HGPｺﾞｼｯｸM" panose="020B0600000000000000" pitchFamily="50" charset="-128"/>
                      <a:cs typeface="Arial" panose="020B0604020202020204" pitchFamily="34" charset="0"/>
                    </a:rPr>
                    <a:t>コンテナイメージの作成</a:t>
                  </a:r>
                </a:p>
              </p:txBody>
            </p:sp>
            <p:cxnSp>
              <p:nvCxnSpPr>
                <p:cNvPr id="54" name="直線矢印コネクタ 53">
                  <a:extLst>
                    <a:ext uri="{FF2B5EF4-FFF2-40B4-BE49-F238E27FC236}">
                      <a16:creationId xmlns:a16="http://schemas.microsoft.com/office/drawing/2014/main" id="{0318F9C2-27BE-4335-9398-41ACED8F86A8}"/>
                    </a:ext>
                  </a:extLst>
                </p:cNvPr>
                <p:cNvCxnSpPr/>
                <p:nvPr/>
              </p:nvCxnSpPr>
              <p:spPr>
                <a:xfrm>
                  <a:off x="9706088" y="900883"/>
                  <a:ext cx="1781387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7" name="直線矢印コネクタ 56">
                <a:extLst>
                  <a:ext uri="{FF2B5EF4-FFF2-40B4-BE49-F238E27FC236}">
                    <a16:creationId xmlns:a16="http://schemas.microsoft.com/office/drawing/2014/main" id="{2992BD25-8410-4A20-A004-C5FF7C74CE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4073" y="6164670"/>
                <a:ext cx="604837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線矢印コネクタ 65">
                <a:extLst>
                  <a:ext uri="{FF2B5EF4-FFF2-40B4-BE49-F238E27FC236}">
                    <a16:creationId xmlns:a16="http://schemas.microsoft.com/office/drawing/2014/main" id="{C69C5203-FE2D-4D9B-A31F-4A209FC090EF}"/>
                  </a:ext>
                </a:extLst>
              </p:cNvPr>
              <p:cNvCxnSpPr/>
              <p:nvPr/>
            </p:nvCxnSpPr>
            <p:spPr>
              <a:xfrm>
                <a:off x="16085758" y="6239412"/>
                <a:ext cx="178138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テキスト ボックス 66">
                <a:extLst>
                  <a:ext uri="{FF2B5EF4-FFF2-40B4-BE49-F238E27FC236}">
                    <a16:creationId xmlns:a16="http://schemas.microsoft.com/office/drawing/2014/main" id="{FD838DEF-9012-493F-87B9-FC0E39BE8D10}"/>
                  </a:ext>
                </a:extLst>
              </p:cNvPr>
              <p:cNvSpPr txBox="1"/>
              <p:nvPr/>
            </p:nvSpPr>
            <p:spPr>
              <a:xfrm>
                <a:off x="16004013" y="6286407"/>
                <a:ext cx="2091010" cy="7534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データ保存・参照・削除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70" name="テキスト ボックス 69">
                <a:extLst>
                  <a:ext uri="{FF2B5EF4-FFF2-40B4-BE49-F238E27FC236}">
                    <a16:creationId xmlns:a16="http://schemas.microsoft.com/office/drawing/2014/main" id="{1ED87144-9A0F-44FC-B9A0-9CCFA9EA2F7B}"/>
                  </a:ext>
                </a:extLst>
              </p:cNvPr>
              <p:cNvSpPr txBox="1"/>
              <p:nvPr/>
            </p:nvSpPr>
            <p:spPr>
              <a:xfrm>
                <a:off x="3644455" y="3013584"/>
                <a:ext cx="2724474" cy="7534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HGPｺﾞｼｯｸM" panose="020B0600000000000000" pitchFamily="50" charset="-128"/>
                    <a:ea typeface="HGPｺﾞｼｯｸM" panose="020B0600000000000000" pitchFamily="50" charset="-128"/>
                    <a:cs typeface="Arial" panose="020B0604020202020204" pitchFamily="34" charset="0"/>
                  </a:rPr>
                  <a:t>ソースコード管理システム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HGPｺﾞｼｯｸM" panose="020B0600000000000000" pitchFamily="50" charset="-128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6FBDEE2D-46DE-475F-8A1C-CA87929B0C78}"/>
                  </a:ext>
                </a:extLst>
              </p:cNvPr>
              <p:cNvSpPr txBox="1"/>
              <p:nvPr/>
            </p:nvSpPr>
            <p:spPr>
              <a:xfrm>
                <a:off x="8842569" y="3033670"/>
                <a:ext cx="2724474" cy="422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HGPｺﾞｼｯｸM" panose="020B0600000000000000" pitchFamily="50" charset="-128"/>
                    <a:ea typeface="HGPｺﾞｼｯｸM" panose="020B0600000000000000" pitchFamily="50" charset="-128"/>
                    <a:cs typeface="Arial" panose="020B0604020202020204" pitchFamily="34" charset="0"/>
                  </a:rPr>
                  <a:t>CI</a:t>
                </a:r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HGPｺﾞｼｯｸM" panose="020B0600000000000000" pitchFamily="50" charset="-128"/>
                    <a:ea typeface="HGPｺﾞｼｯｸM" panose="020B0600000000000000" pitchFamily="50" charset="-128"/>
                    <a:cs typeface="Arial" panose="020B0604020202020204" pitchFamily="34" charset="0"/>
                  </a:rPr>
                  <a:t>・ビルドサーバ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HGPｺﾞｼｯｸM" panose="020B0600000000000000" pitchFamily="50" charset="-128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</p:txBody>
          </p:sp>
          <p:grpSp>
            <p:nvGrpSpPr>
              <p:cNvPr id="1031" name="グループ化 1030">
                <a:extLst>
                  <a:ext uri="{FF2B5EF4-FFF2-40B4-BE49-F238E27FC236}">
                    <a16:creationId xmlns:a16="http://schemas.microsoft.com/office/drawing/2014/main" id="{83CAE3D4-6EAE-4034-AF09-0461EC8BE192}"/>
                  </a:ext>
                </a:extLst>
              </p:cNvPr>
              <p:cNvGrpSpPr/>
              <p:nvPr/>
            </p:nvGrpSpPr>
            <p:grpSpPr>
              <a:xfrm>
                <a:off x="18033212" y="9678611"/>
                <a:ext cx="2284238" cy="1449959"/>
                <a:chOff x="3528931" y="4081933"/>
                <a:chExt cx="2284238" cy="1449959"/>
              </a:xfrm>
            </p:grpSpPr>
            <p:sp>
              <p:nvSpPr>
                <p:cNvPr id="58" name="正方形/長方形 57">
                  <a:extLst>
                    <a:ext uri="{FF2B5EF4-FFF2-40B4-BE49-F238E27FC236}">
                      <a16:creationId xmlns:a16="http://schemas.microsoft.com/office/drawing/2014/main" id="{E3083198-E6DC-48BF-A38F-7C97DD3EFFEA}"/>
                    </a:ext>
                  </a:extLst>
                </p:cNvPr>
                <p:cNvSpPr/>
                <p:nvPr/>
              </p:nvSpPr>
              <p:spPr>
                <a:xfrm>
                  <a:off x="3528931" y="4081933"/>
                  <a:ext cx="2284238" cy="1362596"/>
                </a:xfrm>
                <a:prstGeom prst="rect">
                  <a:avLst/>
                </a:prstGeom>
                <a:solidFill>
                  <a:srgbClr val="FDF3ED"/>
                </a:solidFill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ja-JP" altLang="en-US" dirty="0"/>
                </a:p>
              </p:txBody>
            </p:sp>
            <p:pic>
              <p:nvPicPr>
                <p:cNvPr id="1029" name="図 1028">
                  <a:extLst>
                    <a:ext uri="{FF2B5EF4-FFF2-40B4-BE49-F238E27FC236}">
                      <a16:creationId xmlns:a16="http://schemas.microsoft.com/office/drawing/2014/main" id="{6F4FE586-AC1C-4B93-8658-C1432536C1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79941" y="4161490"/>
                  <a:ext cx="1239954" cy="1239954"/>
                </a:xfrm>
                <a:prstGeom prst="rect">
                  <a:avLst/>
                </a:prstGeom>
              </p:spPr>
            </p:pic>
            <p:sp>
              <p:nvSpPr>
                <p:cNvPr id="76" name="テキスト ボックス 75">
                  <a:extLst>
                    <a:ext uri="{FF2B5EF4-FFF2-40B4-BE49-F238E27FC236}">
                      <a16:creationId xmlns:a16="http://schemas.microsoft.com/office/drawing/2014/main" id="{355D6551-0702-4808-90C0-563049C9355D}"/>
                    </a:ext>
                  </a:extLst>
                </p:cNvPr>
                <p:cNvSpPr txBox="1"/>
                <p:nvPr/>
              </p:nvSpPr>
              <p:spPr>
                <a:xfrm>
                  <a:off x="4819895" y="4447941"/>
                  <a:ext cx="989390" cy="10839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GPT-4o mini</a:t>
                  </a:r>
                </a:p>
              </p:txBody>
            </p:sp>
          </p:grpSp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4764639D-9E47-494B-9936-A1FE7C97C267}"/>
                  </a:ext>
                </a:extLst>
              </p:cNvPr>
              <p:cNvSpPr txBox="1"/>
              <p:nvPr/>
            </p:nvSpPr>
            <p:spPr>
              <a:xfrm>
                <a:off x="17462923" y="8295411"/>
                <a:ext cx="2482551" cy="7534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メッセージ解析要求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  <a:p>
                <a:pPr algn="ctr"/>
                <a:r>
                  <a: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HTTPS</a:t>
                </a:r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リクエスト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A2478A3D-07F1-46AC-9BF2-9FFD548921A8}"/>
                  </a:ext>
                </a:extLst>
              </p:cNvPr>
              <p:cNvSpPr txBox="1"/>
              <p:nvPr/>
            </p:nvSpPr>
            <p:spPr>
              <a:xfrm>
                <a:off x="15715731" y="8525155"/>
                <a:ext cx="1497835" cy="7534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抽出データ（</a:t>
                </a:r>
                <a:r>
                  <a: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JSON</a:t>
                </a:r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）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</p:txBody>
          </p:sp>
          <p:cxnSp>
            <p:nvCxnSpPr>
              <p:cNvPr id="82" name="直線矢印コネクタ 81">
                <a:extLst>
                  <a:ext uri="{FF2B5EF4-FFF2-40B4-BE49-F238E27FC236}">
                    <a16:creationId xmlns:a16="http://schemas.microsoft.com/office/drawing/2014/main" id="{8A84CBC2-8D3F-4D59-B6EC-CC2E695DFA2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5853320" y="7280225"/>
                <a:ext cx="2179892" cy="217989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384E30E2-601F-4FF3-834B-5BEFEEA81709}"/>
                  </a:ext>
                </a:extLst>
              </p:cNvPr>
              <p:cNvSpPr txBox="1"/>
              <p:nvPr/>
            </p:nvSpPr>
            <p:spPr>
              <a:xfrm>
                <a:off x="17941920" y="11190800"/>
                <a:ext cx="2594130" cy="1083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チャンネル投稿内容から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  <a:p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勤怠情報を抽出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84" name="テキスト ボックス 83">
                <a:extLst>
                  <a:ext uri="{FF2B5EF4-FFF2-40B4-BE49-F238E27FC236}">
                    <a16:creationId xmlns:a16="http://schemas.microsoft.com/office/drawing/2014/main" id="{67682AA9-3496-47FC-9D3A-D8A2BC23098D}"/>
                  </a:ext>
                </a:extLst>
              </p:cNvPr>
              <p:cNvSpPr txBox="1"/>
              <p:nvPr/>
            </p:nvSpPr>
            <p:spPr>
              <a:xfrm>
                <a:off x="8127548" y="5503694"/>
                <a:ext cx="322794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モーダル表示・勤怠連絡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  <a:p>
                <a:pPr algn="ctr"/>
                <a:r>
                  <a: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HTTP</a:t>
                </a:r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リクエスト</a:t>
                </a:r>
                <a:r>
                  <a: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 (/slack/events)</a:t>
                </a:r>
              </a:p>
            </p:txBody>
          </p:sp>
          <p:cxnSp>
            <p:nvCxnSpPr>
              <p:cNvPr id="94" name="直線矢印コネクタ 93">
                <a:extLst>
                  <a:ext uri="{FF2B5EF4-FFF2-40B4-BE49-F238E27FC236}">
                    <a16:creationId xmlns:a16="http://schemas.microsoft.com/office/drawing/2014/main" id="{AF30B177-FD53-49EB-9BBC-8C8DCD0008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898866" y="3330986"/>
                <a:ext cx="1988021" cy="19880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正方形/長方形 95">
                <a:extLst>
                  <a:ext uri="{FF2B5EF4-FFF2-40B4-BE49-F238E27FC236}">
                    <a16:creationId xmlns:a16="http://schemas.microsoft.com/office/drawing/2014/main" id="{8E696BBB-DDEE-4A31-AFF0-B74A0396C4F3}"/>
                  </a:ext>
                </a:extLst>
              </p:cNvPr>
              <p:cNvSpPr/>
              <p:nvPr/>
            </p:nvSpPr>
            <p:spPr>
              <a:xfrm>
                <a:off x="8120825" y="274172"/>
                <a:ext cx="12647327" cy="7755011"/>
              </a:xfrm>
              <a:prstGeom prst="rect">
                <a:avLst/>
              </a:prstGeom>
              <a:noFill/>
              <a:ln w="31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kumimoji="1" lang="en-US" altLang="ja-JP" dirty="0">
                    <a:solidFill>
                      <a:schemeClr val="bg1"/>
                    </a:solidFill>
                    <a:highlight>
                      <a:srgbClr val="008000"/>
                    </a:highlight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Google Cloud Platform</a:t>
                </a:r>
                <a:endParaRPr kumimoji="1" lang="ja-JP" altLang="en-US" dirty="0">
                  <a:solidFill>
                    <a:schemeClr val="bg1"/>
                  </a:solidFill>
                  <a:highlight>
                    <a:srgbClr val="008000"/>
                  </a:highlight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</p:txBody>
          </p:sp>
          <p:grpSp>
            <p:nvGrpSpPr>
              <p:cNvPr id="1047" name="グループ化 1046">
                <a:extLst>
                  <a:ext uri="{FF2B5EF4-FFF2-40B4-BE49-F238E27FC236}">
                    <a16:creationId xmlns:a16="http://schemas.microsoft.com/office/drawing/2014/main" id="{68E2E1A0-C27A-4FCF-9B96-863E22710AF9}"/>
                  </a:ext>
                </a:extLst>
              </p:cNvPr>
              <p:cNvGrpSpPr/>
              <p:nvPr/>
            </p:nvGrpSpPr>
            <p:grpSpPr>
              <a:xfrm>
                <a:off x="1235137" y="5636015"/>
                <a:ext cx="1063412" cy="1497479"/>
                <a:chOff x="1272805" y="5833199"/>
                <a:chExt cx="1063412" cy="1497479"/>
              </a:xfrm>
            </p:grpSpPr>
            <p:pic>
              <p:nvPicPr>
                <p:cNvPr id="1046" name="グラフィックス 1045" descr="男性のプロフィール">
                  <a:extLst>
                    <a:ext uri="{FF2B5EF4-FFF2-40B4-BE49-F238E27FC236}">
                      <a16:creationId xmlns:a16="http://schemas.microsoft.com/office/drawing/2014/main" id="{3A1164DC-C279-4491-AF77-58366AAA27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47311" y="5833199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03" name="テキスト ボックス 102">
                  <a:extLst>
                    <a:ext uri="{FF2B5EF4-FFF2-40B4-BE49-F238E27FC236}">
                      <a16:creationId xmlns:a16="http://schemas.microsoft.com/office/drawing/2014/main" id="{AC915DD5-113E-42CC-B76E-0CB4E1316FE1}"/>
                    </a:ext>
                  </a:extLst>
                </p:cNvPr>
                <p:cNvSpPr txBox="1"/>
                <p:nvPr/>
              </p:nvSpPr>
              <p:spPr>
                <a:xfrm>
                  <a:off x="1272805" y="6684347"/>
                  <a:ext cx="106341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ja-JP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ea typeface="HGPｺﾞｼｯｸM" panose="020B0600000000000000" pitchFamily="50" charset="-128"/>
                      <a:cs typeface="Arial" panose="020B0604020202020204" pitchFamily="34" charset="0"/>
                    </a:rPr>
                    <a:t>Slack</a:t>
                  </a:r>
                  <a:r>
                    <a:rPr lang="ja-JP" altLang="en-US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ea typeface="HGPｺﾞｼｯｸM" panose="020B0600000000000000" pitchFamily="50" charset="-128"/>
                      <a:cs typeface="Arial" panose="020B0604020202020204" pitchFamily="34" charset="0"/>
                    </a:rPr>
                    <a:t>ユーザ</a:t>
                  </a:r>
                  <a:endPara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106" name="直線矢印コネクタ 105">
                <a:extLst>
                  <a:ext uri="{FF2B5EF4-FFF2-40B4-BE49-F238E27FC236}">
                    <a16:creationId xmlns:a16="http://schemas.microsoft.com/office/drawing/2014/main" id="{F06C9D40-FFAE-41C4-891A-9F2972BDE072}"/>
                  </a:ext>
                </a:extLst>
              </p:cNvPr>
              <p:cNvCxnSpPr/>
              <p:nvPr/>
            </p:nvCxnSpPr>
            <p:spPr>
              <a:xfrm>
                <a:off x="2581448" y="6121075"/>
                <a:ext cx="178138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線矢印コネクタ 106">
                <a:extLst>
                  <a:ext uri="{FF2B5EF4-FFF2-40B4-BE49-F238E27FC236}">
                    <a16:creationId xmlns:a16="http://schemas.microsoft.com/office/drawing/2014/main" id="{3E86519E-A634-4F78-91B2-C9F4EA2496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81448" y="6345181"/>
                <a:ext cx="178138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テキスト ボックス 107">
                <a:extLst>
                  <a:ext uri="{FF2B5EF4-FFF2-40B4-BE49-F238E27FC236}">
                    <a16:creationId xmlns:a16="http://schemas.microsoft.com/office/drawing/2014/main" id="{96D6DEC9-EB96-4EDD-8DB1-F021BC8245FC}"/>
                  </a:ext>
                </a:extLst>
              </p:cNvPr>
              <p:cNvSpPr txBox="1"/>
              <p:nvPr/>
            </p:nvSpPr>
            <p:spPr>
              <a:xfrm>
                <a:off x="2688094" y="6409876"/>
                <a:ext cx="16405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勤怠の確認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09" name="テキスト ボックス 108">
                <a:extLst>
                  <a:ext uri="{FF2B5EF4-FFF2-40B4-BE49-F238E27FC236}">
                    <a16:creationId xmlns:a16="http://schemas.microsoft.com/office/drawing/2014/main" id="{AD13949B-D56E-49D8-A6A3-CB8F823C889F}"/>
                  </a:ext>
                </a:extLst>
              </p:cNvPr>
              <p:cNvSpPr txBox="1"/>
              <p:nvPr/>
            </p:nvSpPr>
            <p:spPr>
              <a:xfrm>
                <a:off x="2727004" y="5687049"/>
                <a:ext cx="16405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勤怠の連絡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36672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グループ化 1049">
            <a:extLst>
              <a:ext uri="{FF2B5EF4-FFF2-40B4-BE49-F238E27FC236}">
                <a16:creationId xmlns:a16="http://schemas.microsoft.com/office/drawing/2014/main" id="{D3EBB7F9-A705-4E1F-B147-529368784AF0}"/>
              </a:ext>
            </a:extLst>
          </p:cNvPr>
          <p:cNvGrpSpPr/>
          <p:nvPr/>
        </p:nvGrpSpPr>
        <p:grpSpPr>
          <a:xfrm>
            <a:off x="764694" y="194634"/>
            <a:ext cx="20705524" cy="12425819"/>
            <a:chOff x="764694" y="194634"/>
            <a:chExt cx="20705524" cy="12425819"/>
          </a:xfrm>
        </p:grpSpPr>
        <p:sp>
          <p:nvSpPr>
            <p:cNvPr id="1049" name="正方形/長方形 1048">
              <a:extLst>
                <a:ext uri="{FF2B5EF4-FFF2-40B4-BE49-F238E27FC236}">
                  <a16:creationId xmlns:a16="http://schemas.microsoft.com/office/drawing/2014/main" id="{882CBE2D-4072-4B34-9264-83BA23AB8141}"/>
                </a:ext>
              </a:extLst>
            </p:cNvPr>
            <p:cNvSpPr/>
            <p:nvPr/>
          </p:nvSpPr>
          <p:spPr>
            <a:xfrm>
              <a:off x="764694" y="194634"/>
              <a:ext cx="20705524" cy="124258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048" name="グループ化 1047">
              <a:extLst>
                <a:ext uri="{FF2B5EF4-FFF2-40B4-BE49-F238E27FC236}">
                  <a16:creationId xmlns:a16="http://schemas.microsoft.com/office/drawing/2014/main" id="{7027217A-B3C2-48F1-A79C-043CF3C84295}"/>
                </a:ext>
              </a:extLst>
            </p:cNvPr>
            <p:cNvGrpSpPr/>
            <p:nvPr/>
          </p:nvGrpSpPr>
          <p:grpSpPr>
            <a:xfrm>
              <a:off x="1234421" y="479885"/>
              <a:ext cx="19766070" cy="12000579"/>
              <a:chOff x="1002082" y="274172"/>
              <a:chExt cx="19766070" cy="12000579"/>
            </a:xfrm>
          </p:grpSpPr>
          <p:grpSp>
            <p:nvGrpSpPr>
              <p:cNvPr id="1033" name="グループ化 1032">
                <a:extLst>
                  <a:ext uri="{FF2B5EF4-FFF2-40B4-BE49-F238E27FC236}">
                    <a16:creationId xmlns:a16="http://schemas.microsoft.com/office/drawing/2014/main" id="{DBF999E4-0C85-4CAC-A45B-74627799D47B}"/>
                  </a:ext>
                </a:extLst>
              </p:cNvPr>
              <p:cNvGrpSpPr/>
              <p:nvPr/>
            </p:nvGrpSpPr>
            <p:grpSpPr>
              <a:xfrm>
                <a:off x="4643665" y="5643473"/>
                <a:ext cx="2284238" cy="1362596"/>
                <a:chOff x="6030683" y="4587744"/>
                <a:chExt cx="2284238" cy="1362596"/>
              </a:xfrm>
            </p:grpSpPr>
            <p:sp>
              <p:nvSpPr>
                <p:cNvPr id="85" name="正方形/長方形 84">
                  <a:extLst>
                    <a:ext uri="{FF2B5EF4-FFF2-40B4-BE49-F238E27FC236}">
                      <a16:creationId xmlns:a16="http://schemas.microsoft.com/office/drawing/2014/main" id="{1C849B83-4921-4225-8549-1B42F62319BF}"/>
                    </a:ext>
                  </a:extLst>
                </p:cNvPr>
                <p:cNvSpPr/>
                <p:nvPr/>
              </p:nvSpPr>
              <p:spPr>
                <a:xfrm>
                  <a:off x="6030683" y="4587744"/>
                  <a:ext cx="2284238" cy="1362596"/>
                </a:xfrm>
                <a:prstGeom prst="rect">
                  <a:avLst/>
                </a:prstGeom>
                <a:solidFill>
                  <a:srgbClr val="FDF3ED"/>
                </a:solidFill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ja-JP" altLang="en-US" dirty="0"/>
                </a:p>
              </p:txBody>
            </p:sp>
            <p:pic>
              <p:nvPicPr>
                <p:cNvPr id="1026" name="Picture 2" descr="https://previews.us-east-1.widencdn.net/preview/48045879/assets/asset-view/8588de84-f8ed-4488-a456-45ba986280ee/thumbnail/eyJ3IjoyMDQ4LCJoIjoyMDQ4LCJzY29wZSI6ImFwcCJ9?sig.ver=1&amp;sig.keyId=us-east-1.20240821&amp;sig.expires=1768888800&amp;sig=3Mfj63EvT3S_G2babOafFoOBsnu2hJiFiomn7IR-Q3g">
                  <a:extLst>
                    <a:ext uri="{FF2B5EF4-FFF2-40B4-BE49-F238E27FC236}">
                      <a16:creationId xmlns:a16="http://schemas.microsoft.com/office/drawing/2014/main" id="{F5457915-13CB-4366-8D5E-AED8CCEC5C9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-1213" t="-4693" r="73510" b="29075"/>
                <a:stretch/>
              </p:blipFill>
              <p:spPr bwMode="auto">
                <a:xfrm>
                  <a:off x="6185204" y="4725556"/>
                  <a:ext cx="1063406" cy="103784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AD1B9559-D7F5-424A-923F-8F829A6174FC}"/>
                    </a:ext>
                  </a:extLst>
                </p:cNvPr>
                <p:cNvSpPr txBox="1"/>
                <p:nvPr/>
              </p:nvSpPr>
              <p:spPr>
                <a:xfrm>
                  <a:off x="7373232" y="5121536"/>
                  <a:ext cx="782320" cy="7534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Slack</a:t>
                  </a:r>
                </a:p>
              </p:txBody>
            </p:sp>
          </p:grpSp>
          <p:sp>
            <p:nvSpPr>
              <p:cNvPr id="78" name="正方形/長方形 77">
                <a:extLst>
                  <a:ext uri="{FF2B5EF4-FFF2-40B4-BE49-F238E27FC236}">
                    <a16:creationId xmlns:a16="http://schemas.microsoft.com/office/drawing/2014/main" id="{86B1C22E-AF8A-4D94-9FF0-896E5D234084}"/>
                  </a:ext>
                </a:extLst>
              </p:cNvPr>
              <p:cNvSpPr/>
              <p:nvPr/>
            </p:nvSpPr>
            <p:spPr>
              <a:xfrm>
                <a:off x="11286331" y="4767322"/>
                <a:ext cx="9232818" cy="2871730"/>
              </a:xfrm>
              <a:prstGeom prst="rect">
                <a:avLst/>
              </a:prstGeom>
              <a:solidFill>
                <a:srgbClr val="DCE5F4"/>
              </a:solidFill>
              <a:ln w="31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kumimoji="1" lang="en-US" altLang="ja-JP" dirty="0">
                    <a:solidFill>
                      <a:schemeClr val="bg1"/>
                    </a:solidFill>
                    <a:highlight>
                      <a:srgbClr val="27477B"/>
                    </a:highlight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Region (asia-northeast1 / </a:t>
                </a:r>
                <a:r>
                  <a:rPr kumimoji="1" lang="ja-JP" altLang="en-US" dirty="0">
                    <a:solidFill>
                      <a:schemeClr val="bg1"/>
                    </a:solidFill>
                    <a:highlight>
                      <a:srgbClr val="27477B"/>
                    </a:highlight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東京</a:t>
                </a:r>
                <a:r>
                  <a:rPr kumimoji="1" lang="en-US" altLang="ja-JP" dirty="0">
                    <a:solidFill>
                      <a:schemeClr val="bg1"/>
                    </a:solidFill>
                    <a:highlight>
                      <a:srgbClr val="27477B"/>
                    </a:highlight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)</a:t>
                </a:r>
                <a:endParaRPr kumimoji="1" lang="ja-JP" altLang="en-US" dirty="0">
                  <a:solidFill>
                    <a:schemeClr val="bg1"/>
                  </a:solidFill>
                  <a:highlight>
                    <a:srgbClr val="27477B"/>
                  </a:highlight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027" name="正方形/長方形 1026">
                <a:extLst>
                  <a:ext uri="{FF2B5EF4-FFF2-40B4-BE49-F238E27FC236}">
                    <a16:creationId xmlns:a16="http://schemas.microsoft.com/office/drawing/2014/main" id="{0C1D5D69-975F-419D-8A54-490A7585736C}"/>
                  </a:ext>
                </a:extLst>
              </p:cNvPr>
              <p:cNvSpPr/>
              <p:nvPr/>
            </p:nvSpPr>
            <p:spPr>
              <a:xfrm>
                <a:off x="1002082" y="1308894"/>
                <a:ext cx="15445476" cy="254056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47" name="グループ化 46">
                <a:extLst>
                  <a:ext uri="{FF2B5EF4-FFF2-40B4-BE49-F238E27FC236}">
                    <a16:creationId xmlns:a16="http://schemas.microsoft.com/office/drawing/2014/main" id="{E1B4269C-8FD0-42DF-B04E-040FEE7496FF}"/>
                  </a:ext>
                </a:extLst>
              </p:cNvPr>
              <p:cNvGrpSpPr/>
              <p:nvPr/>
            </p:nvGrpSpPr>
            <p:grpSpPr>
              <a:xfrm>
                <a:off x="9003261" y="1545460"/>
                <a:ext cx="2284238" cy="1362596"/>
                <a:chOff x="7811676" y="207325"/>
                <a:chExt cx="2284238" cy="1362596"/>
              </a:xfrm>
            </p:grpSpPr>
            <p:sp>
              <p:nvSpPr>
                <p:cNvPr id="42" name="正方形/長方形 41">
                  <a:extLst>
                    <a:ext uri="{FF2B5EF4-FFF2-40B4-BE49-F238E27FC236}">
                      <a16:creationId xmlns:a16="http://schemas.microsoft.com/office/drawing/2014/main" id="{08787F34-3549-4018-86CE-BB432F55D0FF}"/>
                    </a:ext>
                  </a:extLst>
                </p:cNvPr>
                <p:cNvSpPr/>
                <p:nvPr/>
              </p:nvSpPr>
              <p:spPr>
                <a:xfrm>
                  <a:off x="7811676" y="207325"/>
                  <a:ext cx="2284238" cy="1362596"/>
                </a:xfrm>
                <a:prstGeom prst="rect">
                  <a:avLst/>
                </a:prstGeom>
                <a:solidFill>
                  <a:srgbClr val="FDF3ED"/>
                </a:solidFill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4" name="図 3">
                  <a:extLst>
                    <a:ext uri="{FF2B5EF4-FFF2-40B4-BE49-F238E27FC236}">
                      <a16:creationId xmlns:a16="http://schemas.microsoft.com/office/drawing/2014/main" id="{1959D133-E280-4CCE-870B-37FAE2261C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907515" y="334809"/>
                  <a:ext cx="1063412" cy="1063412"/>
                </a:xfrm>
                <a:prstGeom prst="rect">
                  <a:avLst/>
                </a:prstGeom>
              </p:spPr>
            </p:pic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63F66351-F35A-4A75-A893-7975F9B7186A}"/>
                    </a:ext>
                  </a:extLst>
                </p:cNvPr>
                <p:cNvSpPr txBox="1"/>
                <p:nvPr/>
              </p:nvSpPr>
              <p:spPr>
                <a:xfrm>
                  <a:off x="9038425" y="565457"/>
                  <a:ext cx="972464" cy="7534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Cloud</a:t>
                  </a:r>
                </a:p>
                <a:p>
                  <a:r>
                    <a:rPr lang="en-US" altLang="ja-JP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Build</a:t>
                  </a:r>
                  <a:endPara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8" name="グループ化 47">
                <a:extLst>
                  <a:ext uri="{FF2B5EF4-FFF2-40B4-BE49-F238E27FC236}">
                    <a16:creationId xmlns:a16="http://schemas.microsoft.com/office/drawing/2014/main" id="{5D3248F9-69C6-406F-B1D6-1D2998BE0DE2}"/>
                  </a:ext>
                </a:extLst>
              </p:cNvPr>
              <p:cNvGrpSpPr/>
              <p:nvPr/>
            </p:nvGrpSpPr>
            <p:grpSpPr>
              <a:xfrm>
                <a:off x="13494928" y="1553778"/>
                <a:ext cx="2284238" cy="1446177"/>
                <a:chOff x="9255485" y="5637245"/>
                <a:chExt cx="2284238" cy="1446177"/>
              </a:xfrm>
            </p:grpSpPr>
            <p:sp>
              <p:nvSpPr>
                <p:cNvPr id="50" name="正方形/長方形 49">
                  <a:extLst>
                    <a:ext uri="{FF2B5EF4-FFF2-40B4-BE49-F238E27FC236}">
                      <a16:creationId xmlns:a16="http://schemas.microsoft.com/office/drawing/2014/main" id="{D8F20FCF-5DA1-497F-8473-A275BB8E8237}"/>
                    </a:ext>
                  </a:extLst>
                </p:cNvPr>
                <p:cNvSpPr/>
                <p:nvPr/>
              </p:nvSpPr>
              <p:spPr>
                <a:xfrm>
                  <a:off x="9255485" y="5637245"/>
                  <a:ext cx="2284238" cy="1362596"/>
                </a:xfrm>
                <a:prstGeom prst="rect">
                  <a:avLst/>
                </a:prstGeom>
                <a:solidFill>
                  <a:srgbClr val="FDF3ED"/>
                </a:solidFill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ja-JP" altLang="en-US" dirty="0"/>
                </a:p>
              </p:txBody>
            </p:sp>
            <p:pic>
              <p:nvPicPr>
                <p:cNvPr id="11" name="図 10">
                  <a:extLst>
                    <a:ext uri="{FF2B5EF4-FFF2-40B4-BE49-F238E27FC236}">
                      <a16:creationId xmlns:a16="http://schemas.microsoft.com/office/drawing/2014/main" id="{0030308D-2499-48A0-AC1D-6AA3812853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421439" y="5790929"/>
                  <a:ext cx="1063412" cy="1063412"/>
                </a:xfrm>
                <a:prstGeom prst="rect">
                  <a:avLst/>
                </a:prstGeom>
              </p:spPr>
            </p:pic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9726CD11-1D52-47B1-921C-526833A22A88}"/>
                    </a:ext>
                  </a:extLst>
                </p:cNvPr>
                <p:cNvSpPr txBox="1"/>
                <p:nvPr/>
              </p:nvSpPr>
              <p:spPr>
                <a:xfrm>
                  <a:off x="10504730" y="5999471"/>
                  <a:ext cx="1034993" cy="10839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Artifact Registry</a:t>
                  </a:r>
                  <a:endPara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8C4F84A3-D11D-49FA-B769-38E412A50325}"/>
                  </a:ext>
                </a:extLst>
              </p:cNvPr>
              <p:cNvSpPr txBox="1"/>
              <p:nvPr/>
            </p:nvSpPr>
            <p:spPr>
              <a:xfrm>
                <a:off x="13362057" y="2954281"/>
                <a:ext cx="2724474" cy="7534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HGPｺﾞｼｯｸM" panose="020B0600000000000000" pitchFamily="50" charset="-128"/>
                    <a:ea typeface="HGPｺﾞｼｯｸM" panose="020B0600000000000000" pitchFamily="50" charset="-128"/>
                    <a:cs typeface="Arial" panose="020B0604020202020204" pitchFamily="34" charset="0"/>
                  </a:rPr>
                  <a:t>ビルド済コンテナイメージの保存・管理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HGPｺﾞｼｯｸM" panose="020B0600000000000000" pitchFamily="50" charset="-128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</p:txBody>
          </p:sp>
          <p:cxnSp>
            <p:nvCxnSpPr>
              <p:cNvPr id="14" name="直線矢印コネクタ 13">
                <a:extLst>
                  <a:ext uri="{FF2B5EF4-FFF2-40B4-BE49-F238E27FC236}">
                    <a16:creationId xmlns:a16="http://schemas.microsoft.com/office/drawing/2014/main" id="{45B930A2-4E43-4B13-93B6-2BBB27B0FF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72139" y="7099006"/>
                <a:ext cx="2353946" cy="23539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" name="グループ化 54">
                <a:extLst>
                  <a:ext uri="{FF2B5EF4-FFF2-40B4-BE49-F238E27FC236}">
                    <a16:creationId xmlns:a16="http://schemas.microsoft.com/office/drawing/2014/main" id="{548E97A1-62C3-46C2-89AB-812A999DB698}"/>
                  </a:ext>
                </a:extLst>
              </p:cNvPr>
              <p:cNvGrpSpPr/>
              <p:nvPr/>
            </p:nvGrpSpPr>
            <p:grpSpPr>
              <a:xfrm>
                <a:off x="14709535" y="3677847"/>
                <a:ext cx="1079757" cy="1781387"/>
                <a:chOff x="12863008" y="2405271"/>
                <a:chExt cx="1079757" cy="1781387"/>
              </a:xfrm>
            </p:grpSpPr>
            <p:cxnSp>
              <p:nvCxnSpPr>
                <p:cNvPr id="9" name="直線矢印コネクタ 8">
                  <a:extLst>
                    <a:ext uri="{FF2B5EF4-FFF2-40B4-BE49-F238E27FC236}">
                      <a16:creationId xmlns:a16="http://schemas.microsoft.com/office/drawing/2014/main" id="{8294E087-3790-4228-BD6E-23B673B2C5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1972314" y="3295965"/>
                  <a:ext cx="1781387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96439FE2-B64F-4B4A-AEB4-72A9195079F1}"/>
                    </a:ext>
                  </a:extLst>
                </p:cNvPr>
                <p:cNvSpPr txBox="1"/>
                <p:nvPr/>
              </p:nvSpPr>
              <p:spPr>
                <a:xfrm>
                  <a:off x="12879353" y="2881532"/>
                  <a:ext cx="1063412" cy="4228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ja-JP" altLang="en-US" dirty="0">
                      <a:solidFill>
                        <a:schemeClr val="bg1">
                          <a:lumMod val="50000"/>
                        </a:schemeClr>
                      </a:solidFill>
                      <a:latin typeface="HGPｺﾞｼｯｸM" panose="020B0600000000000000" pitchFamily="50" charset="-128"/>
                      <a:ea typeface="HGPｺﾞｼｯｸM" panose="020B0600000000000000" pitchFamily="50" charset="-128"/>
                      <a:cs typeface="Arial" panose="020B0604020202020204" pitchFamily="34" charset="0"/>
                    </a:rPr>
                    <a:t>デプロイ</a:t>
                  </a:r>
                  <a:endPara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HGPｺﾞｼｯｸM" panose="020B0600000000000000" pitchFamily="50" charset="-128"/>
                    <a:ea typeface="HGPｺﾞｼｯｸM" panose="020B0600000000000000" pitchFamily="50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025" name="グループ化 1024">
                <a:extLst>
                  <a:ext uri="{FF2B5EF4-FFF2-40B4-BE49-F238E27FC236}">
                    <a16:creationId xmlns:a16="http://schemas.microsoft.com/office/drawing/2014/main" id="{0BF7BAA2-F8E9-4D8D-8126-C3AE55C13BAD}"/>
                  </a:ext>
                </a:extLst>
              </p:cNvPr>
              <p:cNvGrpSpPr/>
              <p:nvPr/>
            </p:nvGrpSpPr>
            <p:grpSpPr>
              <a:xfrm>
                <a:off x="13494928" y="5520533"/>
                <a:ext cx="2403938" cy="1612961"/>
                <a:chOff x="11694703" y="4440238"/>
                <a:chExt cx="2403938" cy="1612961"/>
              </a:xfrm>
            </p:grpSpPr>
            <p:sp>
              <p:nvSpPr>
                <p:cNvPr id="68" name="正方形/長方形 67">
                  <a:extLst>
                    <a:ext uri="{FF2B5EF4-FFF2-40B4-BE49-F238E27FC236}">
                      <a16:creationId xmlns:a16="http://schemas.microsoft.com/office/drawing/2014/main" id="{72A3CAE9-B75B-4C64-B854-3B12CEB3EF7F}"/>
                    </a:ext>
                  </a:extLst>
                </p:cNvPr>
                <p:cNvSpPr/>
                <p:nvPr/>
              </p:nvSpPr>
              <p:spPr>
                <a:xfrm>
                  <a:off x="11814403" y="4440238"/>
                  <a:ext cx="2284238" cy="1362596"/>
                </a:xfrm>
                <a:prstGeom prst="rect">
                  <a:avLst/>
                </a:prstGeom>
                <a:solidFill>
                  <a:srgbClr val="FDF3ED"/>
                </a:solidFill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ja-JP" altLang="en-US" dirty="0"/>
                </a:p>
              </p:txBody>
            </p:sp>
            <p:sp>
              <p:nvSpPr>
                <p:cNvPr id="59" name="正方形/長方形 58">
                  <a:extLst>
                    <a:ext uri="{FF2B5EF4-FFF2-40B4-BE49-F238E27FC236}">
                      <a16:creationId xmlns:a16="http://schemas.microsoft.com/office/drawing/2014/main" id="{F45C3853-42BE-4FDB-A1F5-FACA32B84C74}"/>
                    </a:ext>
                  </a:extLst>
                </p:cNvPr>
                <p:cNvSpPr/>
                <p:nvPr/>
              </p:nvSpPr>
              <p:spPr>
                <a:xfrm>
                  <a:off x="11694703" y="4563179"/>
                  <a:ext cx="2284238" cy="1362596"/>
                </a:xfrm>
                <a:prstGeom prst="rect">
                  <a:avLst/>
                </a:prstGeom>
                <a:solidFill>
                  <a:srgbClr val="FDF3ED"/>
                </a:solidFill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ja-JP" altLang="en-US" dirty="0"/>
                </a:p>
              </p:txBody>
            </p:sp>
            <p:pic>
              <p:nvPicPr>
                <p:cNvPr id="17" name="図 16">
                  <a:extLst>
                    <a:ext uri="{FF2B5EF4-FFF2-40B4-BE49-F238E27FC236}">
                      <a16:creationId xmlns:a16="http://schemas.microsoft.com/office/drawing/2014/main" id="{65783604-5095-424A-963C-65E92B5446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99692" y="4716863"/>
                  <a:ext cx="1063406" cy="1063406"/>
                </a:xfrm>
                <a:prstGeom prst="rect">
                  <a:avLst/>
                </a:prstGeom>
              </p:spPr>
            </p:pic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9EE703A7-E1B1-4B5A-9293-6C51349F80EC}"/>
                    </a:ext>
                  </a:extLst>
                </p:cNvPr>
                <p:cNvSpPr txBox="1"/>
                <p:nvPr/>
              </p:nvSpPr>
              <p:spPr>
                <a:xfrm>
                  <a:off x="12985023" y="4969248"/>
                  <a:ext cx="877147" cy="10839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Cloud</a:t>
                  </a:r>
                </a:p>
                <a:p>
                  <a:r>
                    <a:rPr lang="en-US" altLang="ja-JP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Run</a:t>
                  </a:r>
                  <a:endPara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3" name="グループ化 42">
                <a:extLst>
                  <a:ext uri="{FF2B5EF4-FFF2-40B4-BE49-F238E27FC236}">
                    <a16:creationId xmlns:a16="http://schemas.microsoft.com/office/drawing/2014/main" id="{FF08C1FB-9CFE-4418-AE7F-769A2F112943}"/>
                  </a:ext>
                </a:extLst>
              </p:cNvPr>
              <p:cNvGrpSpPr/>
              <p:nvPr/>
            </p:nvGrpSpPr>
            <p:grpSpPr>
              <a:xfrm>
                <a:off x="3864574" y="1553777"/>
                <a:ext cx="2380077" cy="1362596"/>
                <a:chOff x="3511017" y="235859"/>
                <a:chExt cx="2380077" cy="1362596"/>
              </a:xfrm>
            </p:grpSpPr>
            <p:sp>
              <p:nvSpPr>
                <p:cNvPr id="40" name="正方形/長方形 39">
                  <a:extLst>
                    <a:ext uri="{FF2B5EF4-FFF2-40B4-BE49-F238E27FC236}">
                      <a16:creationId xmlns:a16="http://schemas.microsoft.com/office/drawing/2014/main" id="{61586DDC-FCBF-4DA7-97DD-EAF06BD5AF76}"/>
                    </a:ext>
                  </a:extLst>
                </p:cNvPr>
                <p:cNvSpPr/>
                <p:nvPr/>
              </p:nvSpPr>
              <p:spPr>
                <a:xfrm>
                  <a:off x="3511017" y="235859"/>
                  <a:ext cx="2284238" cy="1362596"/>
                </a:xfrm>
                <a:prstGeom prst="rect">
                  <a:avLst/>
                </a:prstGeom>
                <a:solidFill>
                  <a:srgbClr val="FDF3ED"/>
                </a:solidFill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0" name="図 19">
                  <a:extLst>
                    <a:ext uri="{FF2B5EF4-FFF2-40B4-BE49-F238E27FC236}">
                      <a16:creationId xmlns:a16="http://schemas.microsoft.com/office/drawing/2014/main" id="{054A0BBD-6CF2-4932-8E89-39A30AF896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718743" y="431558"/>
                  <a:ext cx="974451" cy="954564"/>
                </a:xfrm>
                <a:prstGeom prst="rect">
                  <a:avLst/>
                </a:prstGeom>
              </p:spPr>
            </p:pic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1AF63369-5588-4258-81BC-26B4F80DF332}"/>
                    </a:ext>
                  </a:extLst>
                </p:cNvPr>
                <p:cNvSpPr txBox="1"/>
                <p:nvPr/>
              </p:nvSpPr>
              <p:spPr>
                <a:xfrm>
                  <a:off x="4785356" y="762363"/>
                  <a:ext cx="1105738" cy="4228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GitHub</a:t>
                  </a:r>
                  <a:endPara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6" name="グループ化 45">
                <a:extLst>
                  <a:ext uri="{FF2B5EF4-FFF2-40B4-BE49-F238E27FC236}">
                    <a16:creationId xmlns:a16="http://schemas.microsoft.com/office/drawing/2014/main" id="{DD55D376-C6D2-4CB6-BBC4-17B22D114671}"/>
                  </a:ext>
                </a:extLst>
              </p:cNvPr>
              <p:cNvGrpSpPr/>
              <p:nvPr/>
            </p:nvGrpSpPr>
            <p:grpSpPr>
              <a:xfrm>
                <a:off x="6368929" y="2173457"/>
                <a:ext cx="2473641" cy="768057"/>
                <a:chOff x="5198840" y="870289"/>
                <a:chExt cx="2473641" cy="768057"/>
              </a:xfrm>
            </p:grpSpPr>
            <p:cxnSp>
              <p:nvCxnSpPr>
                <p:cNvPr id="24" name="直線矢印コネクタ 23">
                  <a:extLst>
                    <a:ext uri="{FF2B5EF4-FFF2-40B4-BE49-F238E27FC236}">
                      <a16:creationId xmlns:a16="http://schemas.microsoft.com/office/drawing/2014/main" id="{C99783A5-70AD-4A13-97BA-1CC807C6E5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98840" y="870289"/>
                  <a:ext cx="2473641" cy="0"/>
                </a:xfrm>
                <a:prstGeom prst="straightConnector1">
                  <a:avLst/>
                </a:prstGeom>
                <a:ln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9773E2AC-7C5A-4230-AD0A-A4044C0EB088}"/>
                    </a:ext>
                  </a:extLst>
                </p:cNvPr>
                <p:cNvSpPr txBox="1"/>
                <p:nvPr/>
              </p:nvSpPr>
              <p:spPr>
                <a:xfrm>
                  <a:off x="5369845" y="884935"/>
                  <a:ext cx="1669625" cy="7534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ja-JP" altLang="en-US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ea typeface="HGPｺﾞｼｯｸM" panose="020B0600000000000000" pitchFamily="50" charset="-128"/>
                      <a:cs typeface="Arial" panose="020B0604020202020204" pitchFamily="34" charset="0"/>
                    </a:rPr>
                    <a:t>変更を</a:t>
                  </a:r>
                  <a:endPara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ja-JP" altLang="en-US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ea typeface="HGPｺﾞｼｯｸM" panose="020B0600000000000000" pitchFamily="50" charset="-128"/>
                      <a:cs typeface="Arial" panose="020B0604020202020204" pitchFamily="34" charset="0"/>
                    </a:rPr>
                    <a:t>検知・監視</a:t>
                  </a:r>
                  <a:endPara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4" name="グループ化 43">
                <a:extLst>
                  <a:ext uri="{FF2B5EF4-FFF2-40B4-BE49-F238E27FC236}">
                    <a16:creationId xmlns:a16="http://schemas.microsoft.com/office/drawing/2014/main" id="{0A8EDBAD-1306-4C3E-A67C-8A42A1E05BA1}"/>
                  </a:ext>
                </a:extLst>
              </p:cNvPr>
              <p:cNvGrpSpPr/>
              <p:nvPr/>
            </p:nvGrpSpPr>
            <p:grpSpPr>
              <a:xfrm>
                <a:off x="2405653" y="2198426"/>
                <a:ext cx="1187766" cy="805032"/>
                <a:chOff x="1296782" y="886939"/>
                <a:chExt cx="1187766" cy="805032"/>
              </a:xfrm>
            </p:grpSpPr>
            <p:cxnSp>
              <p:nvCxnSpPr>
                <p:cNvPr id="26" name="直線矢印コネクタ 25">
                  <a:extLst>
                    <a:ext uri="{FF2B5EF4-FFF2-40B4-BE49-F238E27FC236}">
                      <a16:creationId xmlns:a16="http://schemas.microsoft.com/office/drawing/2014/main" id="{F15314EF-5B6D-4A35-A5DE-1F77DEEAE8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6782" y="886939"/>
                  <a:ext cx="117419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4CC4C144-4C33-41BA-8B2B-CD406552EA1A}"/>
                    </a:ext>
                  </a:extLst>
                </p:cNvPr>
                <p:cNvSpPr txBox="1"/>
                <p:nvPr/>
              </p:nvSpPr>
              <p:spPr>
                <a:xfrm>
                  <a:off x="1296782" y="938560"/>
                  <a:ext cx="1187766" cy="7534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ja-JP" altLang="en-US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ソースの更新</a:t>
                  </a:r>
                </a:p>
              </p:txBody>
            </p:sp>
          </p:grpSp>
          <p:grpSp>
            <p:nvGrpSpPr>
              <p:cNvPr id="62" name="グループ化 61">
                <a:extLst>
                  <a:ext uri="{FF2B5EF4-FFF2-40B4-BE49-F238E27FC236}">
                    <a16:creationId xmlns:a16="http://schemas.microsoft.com/office/drawing/2014/main" id="{E9C0712E-BE93-4375-8345-72CCDFF3D171}"/>
                  </a:ext>
                </a:extLst>
              </p:cNvPr>
              <p:cNvGrpSpPr/>
              <p:nvPr/>
            </p:nvGrpSpPr>
            <p:grpSpPr>
              <a:xfrm>
                <a:off x="17966828" y="1553777"/>
                <a:ext cx="2284238" cy="1457338"/>
                <a:chOff x="4373241" y="8848876"/>
                <a:chExt cx="2284238" cy="1457338"/>
              </a:xfrm>
            </p:grpSpPr>
            <p:sp>
              <p:nvSpPr>
                <p:cNvPr id="63" name="正方形/長方形 62">
                  <a:extLst>
                    <a:ext uri="{FF2B5EF4-FFF2-40B4-BE49-F238E27FC236}">
                      <a16:creationId xmlns:a16="http://schemas.microsoft.com/office/drawing/2014/main" id="{E461E8AD-8C3A-4B25-9D4C-CED71EB13644}"/>
                    </a:ext>
                  </a:extLst>
                </p:cNvPr>
                <p:cNvSpPr/>
                <p:nvPr/>
              </p:nvSpPr>
              <p:spPr>
                <a:xfrm>
                  <a:off x="4373241" y="8848876"/>
                  <a:ext cx="2284238" cy="1362596"/>
                </a:xfrm>
                <a:prstGeom prst="rect">
                  <a:avLst/>
                </a:prstGeom>
                <a:solidFill>
                  <a:srgbClr val="FDF3ED"/>
                </a:solidFill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ja-JP" altLang="en-US" dirty="0"/>
                </a:p>
              </p:txBody>
            </p:sp>
            <p:pic>
              <p:nvPicPr>
                <p:cNvPr id="21" name="図 20">
                  <a:extLst>
                    <a:ext uri="{FF2B5EF4-FFF2-40B4-BE49-F238E27FC236}">
                      <a16:creationId xmlns:a16="http://schemas.microsoft.com/office/drawing/2014/main" id="{BB54CDFE-7E87-4E14-8CE6-C106011630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05344" y="8998469"/>
                  <a:ext cx="1063413" cy="1063413"/>
                </a:xfrm>
                <a:prstGeom prst="rect">
                  <a:avLst/>
                </a:prstGeom>
              </p:spPr>
            </p:pic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F876EF95-AC6B-4D85-943E-27CC01D5AD64}"/>
                    </a:ext>
                  </a:extLst>
                </p:cNvPr>
                <p:cNvSpPr txBox="1"/>
                <p:nvPr/>
              </p:nvSpPr>
              <p:spPr>
                <a:xfrm>
                  <a:off x="5386104" y="9222263"/>
                  <a:ext cx="1271375" cy="10839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Cloud</a:t>
                  </a:r>
                </a:p>
                <a:p>
                  <a:r>
                    <a:rPr lang="en-US" altLang="ja-JP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Scheduler</a:t>
                  </a:r>
                  <a:endPara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046EF8E9-D397-4A94-9278-7B47188F1665}"/>
                  </a:ext>
                </a:extLst>
              </p:cNvPr>
              <p:cNvSpPr txBox="1"/>
              <p:nvPr/>
            </p:nvSpPr>
            <p:spPr>
              <a:xfrm>
                <a:off x="16774454" y="3940194"/>
                <a:ext cx="330326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定期レポート作成要求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  <a:p>
                <a:pPr algn="ctr"/>
                <a:r>
                  <a: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HTTP</a:t>
                </a:r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リクエスト </a:t>
                </a:r>
                <a:r>
                  <a: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(/job/report)</a:t>
                </a:r>
              </a:p>
            </p:txBody>
          </p:sp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948CEA27-7A2A-4295-B762-D8762413E1E8}"/>
                  </a:ext>
                </a:extLst>
              </p:cNvPr>
              <p:cNvSpPr txBox="1"/>
              <p:nvPr/>
            </p:nvSpPr>
            <p:spPr>
              <a:xfrm>
                <a:off x="18052758" y="3007749"/>
                <a:ext cx="2091010" cy="1083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平日朝</a:t>
                </a:r>
                <a:r>
                  <a: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9</a:t>
                </a:r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時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  <a:p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定期実行のトリガー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</p:txBody>
          </p:sp>
          <p:cxnSp>
            <p:nvCxnSpPr>
              <p:cNvPr id="36" name="直線矢印コネクタ 35">
                <a:extLst>
                  <a:ext uri="{FF2B5EF4-FFF2-40B4-BE49-F238E27FC236}">
                    <a16:creationId xmlns:a16="http://schemas.microsoft.com/office/drawing/2014/main" id="{40A116C2-6FF4-4802-B945-F11986C640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13053" y="6409876"/>
                <a:ext cx="606939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0" name="グループ化 59">
                <a:extLst>
                  <a:ext uri="{FF2B5EF4-FFF2-40B4-BE49-F238E27FC236}">
                    <a16:creationId xmlns:a16="http://schemas.microsoft.com/office/drawing/2014/main" id="{2ECA31D7-6BFF-4967-A9F2-1F9387868DD4}"/>
                  </a:ext>
                </a:extLst>
              </p:cNvPr>
              <p:cNvGrpSpPr/>
              <p:nvPr/>
            </p:nvGrpSpPr>
            <p:grpSpPr>
              <a:xfrm>
                <a:off x="18016311" y="5643473"/>
                <a:ext cx="2284238" cy="1362596"/>
                <a:chOff x="4281498" y="3110451"/>
                <a:chExt cx="2284238" cy="1362596"/>
              </a:xfrm>
            </p:grpSpPr>
            <p:sp>
              <p:nvSpPr>
                <p:cNvPr id="61" name="正方形/長方形 60">
                  <a:extLst>
                    <a:ext uri="{FF2B5EF4-FFF2-40B4-BE49-F238E27FC236}">
                      <a16:creationId xmlns:a16="http://schemas.microsoft.com/office/drawing/2014/main" id="{0914569E-84DB-4FFB-B24B-A1DA4A16E7A7}"/>
                    </a:ext>
                  </a:extLst>
                </p:cNvPr>
                <p:cNvSpPr/>
                <p:nvPr/>
              </p:nvSpPr>
              <p:spPr>
                <a:xfrm>
                  <a:off x="4281498" y="3110451"/>
                  <a:ext cx="2284238" cy="1362596"/>
                </a:xfrm>
                <a:prstGeom prst="rect">
                  <a:avLst/>
                </a:prstGeom>
                <a:solidFill>
                  <a:srgbClr val="FDF3ED"/>
                </a:solidFill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ja-JP" altLang="en-US" dirty="0"/>
                </a:p>
              </p:txBody>
            </p:sp>
            <p:pic>
              <p:nvPicPr>
                <p:cNvPr id="30" name="図 29">
                  <a:extLst>
                    <a:ext uri="{FF2B5EF4-FFF2-40B4-BE49-F238E27FC236}">
                      <a16:creationId xmlns:a16="http://schemas.microsoft.com/office/drawing/2014/main" id="{716DF112-D1DE-41E2-8A20-EBD73903BE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360210" y="3262977"/>
                  <a:ext cx="1063407" cy="1063407"/>
                </a:xfrm>
                <a:prstGeom prst="rect">
                  <a:avLst/>
                </a:prstGeom>
              </p:spPr>
            </p:pic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A3F9CDD8-F507-4EDA-BC67-809A483AF78E}"/>
                    </a:ext>
                  </a:extLst>
                </p:cNvPr>
                <p:cNvSpPr txBox="1"/>
                <p:nvPr/>
              </p:nvSpPr>
              <p:spPr>
                <a:xfrm>
                  <a:off x="5390196" y="3631648"/>
                  <a:ext cx="1149105" cy="7534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dirty="0" err="1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Firestore</a:t>
                  </a:r>
                  <a:endPara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5" name="グループ化 44">
                <a:extLst>
                  <a:ext uri="{FF2B5EF4-FFF2-40B4-BE49-F238E27FC236}">
                    <a16:creationId xmlns:a16="http://schemas.microsoft.com/office/drawing/2014/main" id="{6F48539C-F392-449C-90DB-1EF5776A0C1C}"/>
                  </a:ext>
                </a:extLst>
              </p:cNvPr>
              <p:cNvGrpSpPr/>
              <p:nvPr/>
            </p:nvGrpSpPr>
            <p:grpSpPr>
              <a:xfrm>
                <a:off x="1242033" y="1625256"/>
                <a:ext cx="1063412" cy="1382565"/>
                <a:chOff x="233370" y="313770"/>
                <a:chExt cx="1063412" cy="1382565"/>
              </a:xfrm>
            </p:grpSpPr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0678379E-C4E5-45E4-A7E6-AED440CA5FD7}"/>
                    </a:ext>
                  </a:extLst>
                </p:cNvPr>
                <p:cNvSpPr txBox="1"/>
                <p:nvPr/>
              </p:nvSpPr>
              <p:spPr>
                <a:xfrm>
                  <a:off x="233370" y="1273462"/>
                  <a:ext cx="1063412" cy="4228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ja-JP" altLang="en-US" dirty="0">
                      <a:solidFill>
                        <a:schemeClr val="bg1">
                          <a:lumMod val="50000"/>
                        </a:schemeClr>
                      </a:solidFill>
                      <a:latin typeface="HGPｺﾞｼｯｸM" panose="020B0600000000000000" pitchFamily="50" charset="-128"/>
                      <a:ea typeface="HGPｺﾞｼｯｸM" panose="020B0600000000000000" pitchFamily="50" charset="-128"/>
                      <a:cs typeface="Arial" panose="020B0604020202020204" pitchFamily="34" charset="0"/>
                    </a:rPr>
                    <a:t>開発者</a:t>
                  </a:r>
                  <a:endPara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HGPｺﾞｼｯｸM" panose="020B0600000000000000" pitchFamily="50" charset="-128"/>
                    <a:ea typeface="HGPｺﾞｼｯｸM" panose="020B0600000000000000" pitchFamily="50" charset="-128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39" name="グラフィックス 38" descr="プログラマー">
                  <a:extLst>
                    <a:ext uri="{FF2B5EF4-FFF2-40B4-BE49-F238E27FC236}">
                      <a16:creationId xmlns:a16="http://schemas.microsoft.com/office/drawing/2014/main" id="{3DF5B81D-C131-41A1-B6D9-8713C2AD61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07876" y="313770"/>
                  <a:ext cx="914400" cy="914400"/>
                </a:xfrm>
                <a:prstGeom prst="rect">
                  <a:avLst/>
                </a:prstGeom>
              </p:spPr>
            </p:pic>
          </p:grpSp>
          <p:grpSp>
            <p:nvGrpSpPr>
              <p:cNvPr id="53" name="グループ化 52">
                <a:extLst>
                  <a:ext uri="{FF2B5EF4-FFF2-40B4-BE49-F238E27FC236}">
                    <a16:creationId xmlns:a16="http://schemas.microsoft.com/office/drawing/2014/main" id="{95C797B6-2257-4F4A-B31A-39F44D5A2B17}"/>
                  </a:ext>
                </a:extLst>
              </p:cNvPr>
              <p:cNvGrpSpPr/>
              <p:nvPr/>
            </p:nvGrpSpPr>
            <p:grpSpPr>
              <a:xfrm>
                <a:off x="11448192" y="2173457"/>
                <a:ext cx="1918596" cy="806712"/>
                <a:chOff x="9670071" y="900883"/>
                <a:chExt cx="1918596" cy="806712"/>
              </a:xfrm>
            </p:grpSpPr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B76330FE-F952-4BC3-B517-1C37095869D6}"/>
                    </a:ext>
                  </a:extLst>
                </p:cNvPr>
                <p:cNvSpPr txBox="1"/>
                <p:nvPr/>
              </p:nvSpPr>
              <p:spPr>
                <a:xfrm>
                  <a:off x="9670071" y="954184"/>
                  <a:ext cx="1918596" cy="7534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ja-JP" altLang="en-US" dirty="0">
                      <a:solidFill>
                        <a:schemeClr val="bg1">
                          <a:lumMod val="50000"/>
                        </a:schemeClr>
                      </a:solidFill>
                      <a:latin typeface="HGPｺﾞｼｯｸM" panose="020B0600000000000000" pitchFamily="50" charset="-128"/>
                      <a:ea typeface="HGPｺﾞｼｯｸM" panose="020B0600000000000000" pitchFamily="50" charset="-128"/>
                      <a:cs typeface="Arial" panose="020B0604020202020204" pitchFamily="34" charset="0"/>
                    </a:rPr>
                    <a:t>コンテナイメージの作成</a:t>
                  </a:r>
                </a:p>
              </p:txBody>
            </p:sp>
            <p:cxnSp>
              <p:nvCxnSpPr>
                <p:cNvPr id="54" name="直線矢印コネクタ 53">
                  <a:extLst>
                    <a:ext uri="{FF2B5EF4-FFF2-40B4-BE49-F238E27FC236}">
                      <a16:creationId xmlns:a16="http://schemas.microsoft.com/office/drawing/2014/main" id="{0318F9C2-27BE-4335-9398-41ACED8F86A8}"/>
                    </a:ext>
                  </a:extLst>
                </p:cNvPr>
                <p:cNvCxnSpPr/>
                <p:nvPr/>
              </p:nvCxnSpPr>
              <p:spPr>
                <a:xfrm>
                  <a:off x="9706088" y="900883"/>
                  <a:ext cx="1781387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7" name="直線矢印コネクタ 56">
                <a:extLst>
                  <a:ext uri="{FF2B5EF4-FFF2-40B4-BE49-F238E27FC236}">
                    <a16:creationId xmlns:a16="http://schemas.microsoft.com/office/drawing/2014/main" id="{2992BD25-8410-4A20-A004-C5FF7C74CE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4073" y="6164670"/>
                <a:ext cx="604837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線矢印コネクタ 65">
                <a:extLst>
                  <a:ext uri="{FF2B5EF4-FFF2-40B4-BE49-F238E27FC236}">
                    <a16:creationId xmlns:a16="http://schemas.microsoft.com/office/drawing/2014/main" id="{C69C5203-FE2D-4D9B-A31F-4A209FC090EF}"/>
                  </a:ext>
                </a:extLst>
              </p:cNvPr>
              <p:cNvCxnSpPr/>
              <p:nvPr/>
            </p:nvCxnSpPr>
            <p:spPr>
              <a:xfrm>
                <a:off x="16085758" y="6239412"/>
                <a:ext cx="178138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テキスト ボックス 66">
                <a:extLst>
                  <a:ext uri="{FF2B5EF4-FFF2-40B4-BE49-F238E27FC236}">
                    <a16:creationId xmlns:a16="http://schemas.microsoft.com/office/drawing/2014/main" id="{FD838DEF-9012-493F-87B9-FC0E39BE8D10}"/>
                  </a:ext>
                </a:extLst>
              </p:cNvPr>
              <p:cNvSpPr txBox="1"/>
              <p:nvPr/>
            </p:nvSpPr>
            <p:spPr>
              <a:xfrm>
                <a:off x="16004013" y="6286407"/>
                <a:ext cx="2091010" cy="7534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データ保存・参照・削除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70" name="テキスト ボックス 69">
                <a:extLst>
                  <a:ext uri="{FF2B5EF4-FFF2-40B4-BE49-F238E27FC236}">
                    <a16:creationId xmlns:a16="http://schemas.microsoft.com/office/drawing/2014/main" id="{1ED87144-9A0F-44FC-B9A0-9CCFA9EA2F7B}"/>
                  </a:ext>
                </a:extLst>
              </p:cNvPr>
              <p:cNvSpPr txBox="1"/>
              <p:nvPr/>
            </p:nvSpPr>
            <p:spPr>
              <a:xfrm>
                <a:off x="3644455" y="3013584"/>
                <a:ext cx="2724474" cy="7534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HGPｺﾞｼｯｸM" panose="020B0600000000000000" pitchFamily="50" charset="-128"/>
                    <a:ea typeface="HGPｺﾞｼｯｸM" panose="020B0600000000000000" pitchFamily="50" charset="-128"/>
                    <a:cs typeface="Arial" panose="020B0604020202020204" pitchFamily="34" charset="0"/>
                  </a:rPr>
                  <a:t>ソースコード管理システム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HGPｺﾞｼｯｸM" panose="020B0600000000000000" pitchFamily="50" charset="-128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6FBDEE2D-46DE-475F-8A1C-CA87929B0C78}"/>
                  </a:ext>
                </a:extLst>
              </p:cNvPr>
              <p:cNvSpPr txBox="1"/>
              <p:nvPr/>
            </p:nvSpPr>
            <p:spPr>
              <a:xfrm>
                <a:off x="8842569" y="3033670"/>
                <a:ext cx="2724474" cy="422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HGPｺﾞｼｯｸM" panose="020B0600000000000000" pitchFamily="50" charset="-128"/>
                    <a:ea typeface="HGPｺﾞｼｯｸM" panose="020B0600000000000000" pitchFamily="50" charset="-128"/>
                    <a:cs typeface="Arial" panose="020B0604020202020204" pitchFamily="34" charset="0"/>
                  </a:rPr>
                  <a:t>CI</a:t>
                </a:r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HGPｺﾞｼｯｸM" panose="020B0600000000000000" pitchFamily="50" charset="-128"/>
                    <a:ea typeface="HGPｺﾞｼｯｸM" panose="020B0600000000000000" pitchFamily="50" charset="-128"/>
                    <a:cs typeface="Arial" panose="020B0604020202020204" pitchFamily="34" charset="0"/>
                  </a:rPr>
                  <a:t>・ビルドサーバ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HGPｺﾞｼｯｸM" panose="020B0600000000000000" pitchFamily="50" charset="-128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</p:txBody>
          </p:sp>
          <p:grpSp>
            <p:nvGrpSpPr>
              <p:cNvPr id="1031" name="グループ化 1030">
                <a:extLst>
                  <a:ext uri="{FF2B5EF4-FFF2-40B4-BE49-F238E27FC236}">
                    <a16:creationId xmlns:a16="http://schemas.microsoft.com/office/drawing/2014/main" id="{83CAE3D4-6EAE-4034-AF09-0461EC8BE192}"/>
                  </a:ext>
                </a:extLst>
              </p:cNvPr>
              <p:cNvGrpSpPr/>
              <p:nvPr/>
            </p:nvGrpSpPr>
            <p:grpSpPr>
              <a:xfrm>
                <a:off x="18033212" y="9678611"/>
                <a:ext cx="2284238" cy="1449959"/>
                <a:chOff x="3528931" y="4081933"/>
                <a:chExt cx="2284238" cy="1449959"/>
              </a:xfrm>
            </p:grpSpPr>
            <p:sp>
              <p:nvSpPr>
                <p:cNvPr id="58" name="正方形/長方形 57">
                  <a:extLst>
                    <a:ext uri="{FF2B5EF4-FFF2-40B4-BE49-F238E27FC236}">
                      <a16:creationId xmlns:a16="http://schemas.microsoft.com/office/drawing/2014/main" id="{E3083198-E6DC-48BF-A38F-7C97DD3EFFEA}"/>
                    </a:ext>
                  </a:extLst>
                </p:cNvPr>
                <p:cNvSpPr/>
                <p:nvPr/>
              </p:nvSpPr>
              <p:spPr>
                <a:xfrm>
                  <a:off x="3528931" y="4081933"/>
                  <a:ext cx="2284238" cy="1362596"/>
                </a:xfrm>
                <a:prstGeom prst="rect">
                  <a:avLst/>
                </a:prstGeom>
                <a:solidFill>
                  <a:srgbClr val="FDF3ED"/>
                </a:solidFill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ja-JP" altLang="en-US" dirty="0"/>
                </a:p>
              </p:txBody>
            </p:sp>
            <p:pic>
              <p:nvPicPr>
                <p:cNvPr id="1029" name="図 1028">
                  <a:extLst>
                    <a:ext uri="{FF2B5EF4-FFF2-40B4-BE49-F238E27FC236}">
                      <a16:creationId xmlns:a16="http://schemas.microsoft.com/office/drawing/2014/main" id="{6F4FE586-AC1C-4B93-8658-C1432536C1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79941" y="4161490"/>
                  <a:ext cx="1239954" cy="1239954"/>
                </a:xfrm>
                <a:prstGeom prst="rect">
                  <a:avLst/>
                </a:prstGeom>
              </p:spPr>
            </p:pic>
            <p:sp>
              <p:nvSpPr>
                <p:cNvPr id="76" name="テキスト ボックス 75">
                  <a:extLst>
                    <a:ext uri="{FF2B5EF4-FFF2-40B4-BE49-F238E27FC236}">
                      <a16:creationId xmlns:a16="http://schemas.microsoft.com/office/drawing/2014/main" id="{355D6551-0702-4808-90C0-563049C9355D}"/>
                    </a:ext>
                  </a:extLst>
                </p:cNvPr>
                <p:cNvSpPr txBox="1"/>
                <p:nvPr/>
              </p:nvSpPr>
              <p:spPr>
                <a:xfrm>
                  <a:off x="4819895" y="4447941"/>
                  <a:ext cx="989390" cy="10839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GPT-4o mini</a:t>
                  </a:r>
                </a:p>
              </p:txBody>
            </p:sp>
          </p:grpSp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4764639D-9E47-494B-9936-A1FE7C97C267}"/>
                  </a:ext>
                </a:extLst>
              </p:cNvPr>
              <p:cNvSpPr txBox="1"/>
              <p:nvPr/>
            </p:nvSpPr>
            <p:spPr>
              <a:xfrm>
                <a:off x="17462923" y="8295411"/>
                <a:ext cx="2482551" cy="7534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メッセージ解析要求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  <a:p>
                <a:pPr algn="ctr"/>
                <a:r>
                  <a: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HTTPS</a:t>
                </a:r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リクエスト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A2478A3D-07F1-46AC-9BF2-9FFD548921A8}"/>
                  </a:ext>
                </a:extLst>
              </p:cNvPr>
              <p:cNvSpPr txBox="1"/>
              <p:nvPr/>
            </p:nvSpPr>
            <p:spPr>
              <a:xfrm>
                <a:off x="15715731" y="8525155"/>
                <a:ext cx="1497835" cy="7534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抽出データ（</a:t>
                </a:r>
                <a:r>
                  <a: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JSON</a:t>
                </a:r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）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</p:txBody>
          </p:sp>
          <p:cxnSp>
            <p:nvCxnSpPr>
              <p:cNvPr id="82" name="直線矢印コネクタ 81">
                <a:extLst>
                  <a:ext uri="{FF2B5EF4-FFF2-40B4-BE49-F238E27FC236}">
                    <a16:creationId xmlns:a16="http://schemas.microsoft.com/office/drawing/2014/main" id="{8A84CBC2-8D3F-4D59-B6EC-CC2E695DFA2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5853320" y="7280225"/>
                <a:ext cx="2179892" cy="217989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384E30E2-601F-4FF3-834B-5BEFEEA81709}"/>
                  </a:ext>
                </a:extLst>
              </p:cNvPr>
              <p:cNvSpPr txBox="1"/>
              <p:nvPr/>
            </p:nvSpPr>
            <p:spPr>
              <a:xfrm>
                <a:off x="17941920" y="11190800"/>
                <a:ext cx="2594130" cy="1083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チャンネル投稿内容から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  <a:p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勤怠情報を抽出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84" name="テキスト ボックス 83">
                <a:extLst>
                  <a:ext uri="{FF2B5EF4-FFF2-40B4-BE49-F238E27FC236}">
                    <a16:creationId xmlns:a16="http://schemas.microsoft.com/office/drawing/2014/main" id="{67682AA9-3496-47FC-9D3A-D8A2BC23098D}"/>
                  </a:ext>
                </a:extLst>
              </p:cNvPr>
              <p:cNvSpPr txBox="1"/>
              <p:nvPr/>
            </p:nvSpPr>
            <p:spPr>
              <a:xfrm>
                <a:off x="8127548" y="5503694"/>
                <a:ext cx="322794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モーダル表示・勤怠連絡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  <a:p>
                <a:pPr algn="ctr"/>
                <a:r>
                  <a: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HTTP</a:t>
                </a:r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リクエスト</a:t>
                </a:r>
                <a:r>
                  <a: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 (/slack/events)</a:t>
                </a:r>
              </a:p>
            </p:txBody>
          </p:sp>
          <p:cxnSp>
            <p:nvCxnSpPr>
              <p:cNvPr id="94" name="直線矢印コネクタ 93">
                <a:extLst>
                  <a:ext uri="{FF2B5EF4-FFF2-40B4-BE49-F238E27FC236}">
                    <a16:creationId xmlns:a16="http://schemas.microsoft.com/office/drawing/2014/main" id="{AF30B177-FD53-49EB-9BBC-8C8DCD0008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898866" y="3330986"/>
                <a:ext cx="1988021" cy="19880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正方形/長方形 95">
                <a:extLst>
                  <a:ext uri="{FF2B5EF4-FFF2-40B4-BE49-F238E27FC236}">
                    <a16:creationId xmlns:a16="http://schemas.microsoft.com/office/drawing/2014/main" id="{8E696BBB-DDEE-4A31-AFF0-B74A0396C4F3}"/>
                  </a:ext>
                </a:extLst>
              </p:cNvPr>
              <p:cNvSpPr/>
              <p:nvPr/>
            </p:nvSpPr>
            <p:spPr>
              <a:xfrm>
                <a:off x="8120825" y="274172"/>
                <a:ext cx="12647327" cy="7755011"/>
              </a:xfrm>
              <a:prstGeom prst="rect">
                <a:avLst/>
              </a:prstGeom>
              <a:noFill/>
              <a:ln w="31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kumimoji="1" lang="en-US" altLang="ja-JP" dirty="0">
                    <a:solidFill>
                      <a:schemeClr val="bg1"/>
                    </a:solidFill>
                    <a:highlight>
                      <a:srgbClr val="008000"/>
                    </a:highlight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Google Cloud Platform</a:t>
                </a:r>
                <a:endParaRPr kumimoji="1" lang="ja-JP" altLang="en-US" dirty="0">
                  <a:solidFill>
                    <a:schemeClr val="bg1"/>
                  </a:solidFill>
                  <a:highlight>
                    <a:srgbClr val="008000"/>
                  </a:highlight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</p:txBody>
          </p:sp>
          <p:grpSp>
            <p:nvGrpSpPr>
              <p:cNvPr id="1047" name="グループ化 1046">
                <a:extLst>
                  <a:ext uri="{FF2B5EF4-FFF2-40B4-BE49-F238E27FC236}">
                    <a16:creationId xmlns:a16="http://schemas.microsoft.com/office/drawing/2014/main" id="{68E2E1A0-C27A-4FCF-9B96-863E22710AF9}"/>
                  </a:ext>
                </a:extLst>
              </p:cNvPr>
              <p:cNvGrpSpPr/>
              <p:nvPr/>
            </p:nvGrpSpPr>
            <p:grpSpPr>
              <a:xfrm>
                <a:off x="1235137" y="5636015"/>
                <a:ext cx="1063412" cy="1497479"/>
                <a:chOff x="1272805" y="5833199"/>
                <a:chExt cx="1063412" cy="1497479"/>
              </a:xfrm>
            </p:grpSpPr>
            <p:pic>
              <p:nvPicPr>
                <p:cNvPr id="1046" name="グラフィックス 1045" descr="男性のプロフィール">
                  <a:extLst>
                    <a:ext uri="{FF2B5EF4-FFF2-40B4-BE49-F238E27FC236}">
                      <a16:creationId xmlns:a16="http://schemas.microsoft.com/office/drawing/2014/main" id="{3A1164DC-C279-4491-AF77-58366AAA27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47311" y="5833199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03" name="テキスト ボックス 102">
                  <a:extLst>
                    <a:ext uri="{FF2B5EF4-FFF2-40B4-BE49-F238E27FC236}">
                      <a16:creationId xmlns:a16="http://schemas.microsoft.com/office/drawing/2014/main" id="{AC915DD5-113E-42CC-B76E-0CB4E1316FE1}"/>
                    </a:ext>
                  </a:extLst>
                </p:cNvPr>
                <p:cNvSpPr txBox="1"/>
                <p:nvPr/>
              </p:nvSpPr>
              <p:spPr>
                <a:xfrm>
                  <a:off x="1272805" y="6684347"/>
                  <a:ext cx="106341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ja-JP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ea typeface="HGPｺﾞｼｯｸM" panose="020B0600000000000000" pitchFamily="50" charset="-128"/>
                      <a:cs typeface="Arial" panose="020B0604020202020204" pitchFamily="34" charset="0"/>
                    </a:rPr>
                    <a:t>Slack</a:t>
                  </a:r>
                  <a:r>
                    <a:rPr lang="ja-JP" altLang="en-US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ea typeface="HGPｺﾞｼｯｸM" panose="020B0600000000000000" pitchFamily="50" charset="-128"/>
                      <a:cs typeface="Arial" panose="020B0604020202020204" pitchFamily="34" charset="0"/>
                    </a:rPr>
                    <a:t>ユーザ</a:t>
                  </a:r>
                  <a:endParaRPr lang="en-US" altLang="ja-JP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106" name="直線矢印コネクタ 105">
                <a:extLst>
                  <a:ext uri="{FF2B5EF4-FFF2-40B4-BE49-F238E27FC236}">
                    <a16:creationId xmlns:a16="http://schemas.microsoft.com/office/drawing/2014/main" id="{F06C9D40-FFAE-41C4-891A-9F2972BDE072}"/>
                  </a:ext>
                </a:extLst>
              </p:cNvPr>
              <p:cNvCxnSpPr/>
              <p:nvPr/>
            </p:nvCxnSpPr>
            <p:spPr>
              <a:xfrm>
                <a:off x="2581448" y="6121075"/>
                <a:ext cx="178138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線矢印コネクタ 106">
                <a:extLst>
                  <a:ext uri="{FF2B5EF4-FFF2-40B4-BE49-F238E27FC236}">
                    <a16:creationId xmlns:a16="http://schemas.microsoft.com/office/drawing/2014/main" id="{3E86519E-A634-4F78-91B2-C9F4EA2496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81448" y="6345181"/>
                <a:ext cx="178138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テキスト ボックス 107">
                <a:extLst>
                  <a:ext uri="{FF2B5EF4-FFF2-40B4-BE49-F238E27FC236}">
                    <a16:creationId xmlns:a16="http://schemas.microsoft.com/office/drawing/2014/main" id="{96D6DEC9-EB96-4EDD-8DB1-F021BC8245FC}"/>
                  </a:ext>
                </a:extLst>
              </p:cNvPr>
              <p:cNvSpPr txBox="1"/>
              <p:nvPr/>
            </p:nvSpPr>
            <p:spPr>
              <a:xfrm>
                <a:off x="2688094" y="6409876"/>
                <a:ext cx="16405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勤怠の確認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09" name="テキスト ボックス 108">
                <a:extLst>
                  <a:ext uri="{FF2B5EF4-FFF2-40B4-BE49-F238E27FC236}">
                    <a16:creationId xmlns:a16="http://schemas.microsoft.com/office/drawing/2014/main" id="{AD13949B-D56E-49D8-A6A3-CB8F823C889F}"/>
                  </a:ext>
                </a:extLst>
              </p:cNvPr>
              <p:cNvSpPr txBox="1"/>
              <p:nvPr/>
            </p:nvSpPr>
            <p:spPr>
              <a:xfrm>
                <a:off x="2727004" y="5687049"/>
                <a:ext cx="16405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ea typeface="HGPｺﾞｼｯｸM" panose="020B0600000000000000" pitchFamily="50" charset="-128"/>
                    <a:cs typeface="Arial" panose="020B0604020202020204" pitchFamily="34" charset="0"/>
                  </a:rPr>
                  <a:t>勤怠の連絡</a:t>
                </a:r>
                <a:endParaRPr lang="en-US" altLang="ja-JP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HGPｺﾞｼｯｸM" panose="020B0600000000000000" pitchFamily="50" charset="-128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79" name="図 78">
            <a:extLst>
              <a:ext uri="{FF2B5EF4-FFF2-40B4-BE49-F238E27FC236}">
                <a16:creationId xmlns:a16="http://schemas.microsoft.com/office/drawing/2014/main" id="{CFDFB50C-6E69-4DF8-9D9F-057234AF1BDD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r="43607" b="2485"/>
          <a:stretch/>
        </p:blipFill>
        <p:spPr>
          <a:xfrm>
            <a:off x="18214255" y="7337275"/>
            <a:ext cx="2353028" cy="603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46868228-3733-4DD1-898C-27D842F729F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012050" y="1000295"/>
            <a:ext cx="2267266" cy="5906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EC4F0E8E-30A5-4C54-BD2A-47CAF69BF3C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581847" y="7351528"/>
            <a:ext cx="1686160" cy="6858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26767783-B951-4265-B3C9-097EDF75C04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840505" y="355765"/>
            <a:ext cx="1600423" cy="12384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E183CA06-E4B4-4CF7-980C-BA8149AB347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39395" y="1308398"/>
            <a:ext cx="1343212" cy="5715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C646FD1-8448-4D34-BEB0-228EC67AA88E}"/>
              </a:ext>
            </a:extLst>
          </p:cNvPr>
          <p:cNvSpPr txBox="1"/>
          <p:nvPr/>
        </p:nvSpPr>
        <p:spPr>
          <a:xfrm>
            <a:off x="1728995" y="11315910"/>
            <a:ext cx="56639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基本的に以下で本番環境</a:t>
            </a:r>
            <a:r>
              <a:rPr kumimoji="1" lang="en-US" altLang="ja-JP" dirty="0"/>
              <a:t>/</a:t>
            </a:r>
            <a:r>
              <a:rPr kumimoji="1" lang="ja-JP" altLang="en-US" dirty="0"/>
              <a:t>開発環境の分離をしている。</a:t>
            </a:r>
            <a:endParaRPr kumimoji="1" lang="en-US" altLang="ja-JP" dirty="0"/>
          </a:p>
          <a:p>
            <a:r>
              <a:rPr kumimoji="1" lang="ja-JP" altLang="en-US" dirty="0"/>
              <a:t>開発環境</a:t>
            </a:r>
            <a:r>
              <a:rPr kumimoji="1" lang="en-US" altLang="ja-JP" dirty="0"/>
              <a:t>: </a:t>
            </a:r>
            <a:r>
              <a:rPr kumimoji="1" lang="ja-JP" altLang="en-US" dirty="0"/>
              <a:t>末尾に</a:t>
            </a:r>
            <a:r>
              <a:rPr kumimoji="1" lang="en-US" altLang="ja-JP" dirty="0"/>
              <a:t>-dev ,develop</a:t>
            </a:r>
            <a:br>
              <a:rPr kumimoji="1" lang="en-US" altLang="ja-JP" dirty="0"/>
            </a:br>
            <a:r>
              <a:rPr kumimoji="1" lang="ja-JP" altLang="en-US" dirty="0"/>
              <a:t>本番環境</a:t>
            </a:r>
            <a:r>
              <a:rPr kumimoji="1" lang="en-US" altLang="ja-JP" dirty="0"/>
              <a:t>: </a:t>
            </a:r>
            <a:r>
              <a:rPr kumimoji="1" lang="ja-JP" altLang="en-US" dirty="0"/>
              <a:t>末尾に</a:t>
            </a:r>
            <a:r>
              <a:rPr kumimoji="1" lang="en-US" altLang="ja-JP" dirty="0"/>
              <a:t>-prod , production</a:t>
            </a:r>
            <a:endParaRPr kumimoji="1" lang="ja-JP" altLang="en-US" dirty="0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93171884-BCF6-4ABE-AC3A-5549BBD2CE4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221403" y="7391816"/>
            <a:ext cx="4115374" cy="16861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228D97F-C1AC-4F56-BC44-1077E6C0B5C2}"/>
              </a:ext>
            </a:extLst>
          </p:cNvPr>
          <p:cNvSpPr txBox="1"/>
          <p:nvPr/>
        </p:nvSpPr>
        <p:spPr>
          <a:xfrm>
            <a:off x="16336035" y="10499456"/>
            <a:ext cx="18631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本番・開発</a:t>
            </a:r>
            <a:endParaRPr kumimoji="1" lang="en-US" altLang="ja-JP" dirty="0"/>
          </a:p>
          <a:p>
            <a:r>
              <a:rPr kumimoji="1" lang="ja-JP" altLang="en-US" dirty="0"/>
              <a:t>共に</a:t>
            </a:r>
            <a:r>
              <a:rPr kumimoji="1" lang="en-US" altLang="ja-JP" dirty="0"/>
              <a:t>API</a:t>
            </a:r>
            <a:r>
              <a:rPr kumimoji="1" lang="ja-JP" altLang="en-US" dirty="0"/>
              <a:t>は共通</a:t>
            </a: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275332B6-7D01-445D-BD95-48C5A00F62F2}"/>
              </a:ext>
            </a:extLst>
          </p:cNvPr>
          <p:cNvSpPr txBox="1"/>
          <p:nvPr/>
        </p:nvSpPr>
        <p:spPr>
          <a:xfrm>
            <a:off x="3180664" y="9107573"/>
            <a:ext cx="146714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本番・開発</a:t>
            </a:r>
            <a:endParaRPr kumimoji="1" lang="en-US" altLang="ja-JP" dirty="0"/>
          </a:p>
          <a:p>
            <a:r>
              <a:rPr kumimoji="1" lang="ja-JP" altLang="en-US" dirty="0"/>
              <a:t>アプリは別</a:t>
            </a:r>
          </a:p>
        </p:txBody>
      </p:sp>
      <p:pic>
        <p:nvPicPr>
          <p:cNvPr id="32" name="図 31">
            <a:extLst>
              <a:ext uri="{FF2B5EF4-FFF2-40B4-BE49-F238E27FC236}">
                <a16:creationId xmlns:a16="http://schemas.microsoft.com/office/drawing/2014/main" id="{93D5B984-AD49-46FA-81B4-1774ED5856C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80884" y="1047245"/>
            <a:ext cx="2962688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483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4DE1C466-FBBD-4BEE-A7AD-F5141FB52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196" y="1519741"/>
            <a:ext cx="4172532" cy="6192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1588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4190</TotalTime>
  <Words>268</Words>
  <Application>Microsoft Office PowerPoint</Application>
  <PresentationFormat>ユーザー設定</PresentationFormat>
  <Paragraphs>80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0" baseType="lpstr">
      <vt:lpstr>HGPｺﾞｼｯｸM</vt:lpstr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清水 彩加</dc:creator>
  <cp:lastModifiedBy>清水 彩加</cp:lastModifiedBy>
  <cp:revision>73</cp:revision>
  <dcterms:created xsi:type="dcterms:W3CDTF">2026-01-19T04:51:34Z</dcterms:created>
  <dcterms:modified xsi:type="dcterms:W3CDTF">2026-01-29T04:11:26Z</dcterms:modified>
</cp:coreProperties>
</file>